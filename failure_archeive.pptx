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94660"/>
  </p:normalViewPr>
  <p:slideViewPr>
    <p:cSldViewPr snapToGrid="0">
      <p:cViewPr varScale="1">
        <p:scale>
          <a:sx n="90" d="100"/>
          <a:sy n="90" d="100"/>
        </p:scale>
        <p:origin x="43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BFA365-465B-42B3-B00A-68043871EED5}"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83CE382A-1C7F-4B55-964C-5EF02D5A63EC}">
      <dgm:prSet/>
      <dgm:spPr/>
      <dgm:t>
        <a:bodyPr/>
        <a:lstStyle/>
        <a:p>
          <a:r>
            <a:rPr lang="en-IN"/>
            <a:t>The primary objectives of the Failure Archive platform are as follows:</a:t>
          </a:r>
          <a:endParaRPr lang="en-US"/>
        </a:p>
      </dgm:t>
    </dgm:pt>
    <dgm:pt modelId="{CCD775BC-5AA3-4867-A257-104ACD24E794}" type="parTrans" cxnId="{AC3A9787-E16A-46DA-A1CF-5BAFCFF528C2}">
      <dgm:prSet/>
      <dgm:spPr/>
      <dgm:t>
        <a:bodyPr/>
        <a:lstStyle/>
        <a:p>
          <a:endParaRPr lang="en-US"/>
        </a:p>
      </dgm:t>
    </dgm:pt>
    <dgm:pt modelId="{C54F88FE-35EB-48A1-B276-B5042911D5CC}" type="sibTrans" cxnId="{AC3A9787-E16A-46DA-A1CF-5BAFCFF528C2}">
      <dgm:prSet/>
      <dgm:spPr/>
      <dgm:t>
        <a:bodyPr/>
        <a:lstStyle/>
        <a:p>
          <a:endParaRPr lang="en-US"/>
        </a:p>
      </dgm:t>
    </dgm:pt>
    <dgm:pt modelId="{D6AED269-BF5B-4DB8-B116-58B96DF5D28B}">
      <dgm:prSet/>
      <dgm:spPr/>
      <dgm:t>
        <a:bodyPr/>
        <a:lstStyle/>
        <a:p>
          <a:r>
            <a:rPr lang="en-IN" b="1"/>
            <a:t>(a) To Create a Comprehensive Repository</a:t>
          </a:r>
          <a:endParaRPr lang="en-US"/>
        </a:p>
      </dgm:t>
    </dgm:pt>
    <dgm:pt modelId="{AA62D7E9-A0B6-42EE-A76A-FA30F113C2BC}" type="parTrans" cxnId="{F3623402-C1B2-4DA8-878F-5F8DFB358218}">
      <dgm:prSet/>
      <dgm:spPr/>
      <dgm:t>
        <a:bodyPr/>
        <a:lstStyle/>
        <a:p>
          <a:endParaRPr lang="en-US"/>
        </a:p>
      </dgm:t>
    </dgm:pt>
    <dgm:pt modelId="{F9D4D55D-1795-4B8C-A4B2-3419C9838EE6}" type="sibTrans" cxnId="{F3623402-C1B2-4DA8-878F-5F8DFB358218}">
      <dgm:prSet/>
      <dgm:spPr/>
      <dgm:t>
        <a:bodyPr/>
        <a:lstStyle/>
        <a:p>
          <a:endParaRPr lang="en-US"/>
        </a:p>
      </dgm:t>
    </dgm:pt>
    <dgm:pt modelId="{67A71314-CD1E-4E72-9969-11DFFF8A003C}">
      <dgm:prSet/>
      <dgm:spPr/>
      <dgm:t>
        <a:bodyPr/>
        <a:lstStyle/>
        <a:p>
          <a:r>
            <a:rPr lang="en-IN"/>
            <a:t>Develop a centralized database containing detailed accounts of business, academic, professional, and personal failures.</a:t>
          </a:r>
          <a:endParaRPr lang="en-US"/>
        </a:p>
      </dgm:t>
    </dgm:pt>
    <dgm:pt modelId="{16AC2BFD-1B5B-4698-A41F-D33898E28171}" type="parTrans" cxnId="{A819BC93-EE61-4E08-A182-7728AC2F001D}">
      <dgm:prSet/>
      <dgm:spPr/>
      <dgm:t>
        <a:bodyPr/>
        <a:lstStyle/>
        <a:p>
          <a:endParaRPr lang="en-US"/>
        </a:p>
      </dgm:t>
    </dgm:pt>
    <dgm:pt modelId="{98730A6C-DDAB-4D06-B645-95C6D380B059}" type="sibTrans" cxnId="{A819BC93-EE61-4E08-A182-7728AC2F001D}">
      <dgm:prSet/>
      <dgm:spPr/>
      <dgm:t>
        <a:bodyPr/>
        <a:lstStyle/>
        <a:p>
          <a:endParaRPr lang="en-US"/>
        </a:p>
      </dgm:t>
    </dgm:pt>
    <dgm:pt modelId="{21BB46EE-C567-4698-854E-632E17697669}">
      <dgm:prSet/>
      <dgm:spPr/>
      <dgm:t>
        <a:bodyPr/>
        <a:lstStyle/>
        <a:p>
          <a:r>
            <a:rPr lang="en-IN" b="1"/>
            <a:t>(b) To Facilitate Knowledge Sharing</a:t>
          </a:r>
          <a:endParaRPr lang="en-US"/>
        </a:p>
      </dgm:t>
    </dgm:pt>
    <dgm:pt modelId="{5D04B672-CAA6-49CF-ABC6-633F2956448A}" type="parTrans" cxnId="{E091A25A-A5FE-498B-A9E0-20929EACB22C}">
      <dgm:prSet/>
      <dgm:spPr/>
      <dgm:t>
        <a:bodyPr/>
        <a:lstStyle/>
        <a:p>
          <a:endParaRPr lang="en-US"/>
        </a:p>
      </dgm:t>
    </dgm:pt>
    <dgm:pt modelId="{C5C995C7-F212-4E6E-A009-DB2543153E67}" type="sibTrans" cxnId="{E091A25A-A5FE-498B-A9E0-20929EACB22C}">
      <dgm:prSet/>
      <dgm:spPr/>
      <dgm:t>
        <a:bodyPr/>
        <a:lstStyle/>
        <a:p>
          <a:endParaRPr lang="en-US"/>
        </a:p>
      </dgm:t>
    </dgm:pt>
    <dgm:pt modelId="{C5C8A914-BB5A-4341-8F74-F9EB6C47468C}">
      <dgm:prSet/>
      <dgm:spPr/>
      <dgm:t>
        <a:bodyPr/>
        <a:lstStyle/>
        <a:p>
          <a:r>
            <a:rPr lang="en-IN"/>
            <a:t>Enable individuals and organizations to share lessons learned from unsuccessful experiences.</a:t>
          </a:r>
          <a:endParaRPr lang="en-US"/>
        </a:p>
      </dgm:t>
    </dgm:pt>
    <dgm:pt modelId="{6DE2B997-5422-4942-B9A8-A50634C9FE5E}" type="parTrans" cxnId="{D5C34A38-9C2D-4D40-8EC8-98D0E235594F}">
      <dgm:prSet/>
      <dgm:spPr/>
      <dgm:t>
        <a:bodyPr/>
        <a:lstStyle/>
        <a:p>
          <a:endParaRPr lang="en-US"/>
        </a:p>
      </dgm:t>
    </dgm:pt>
    <dgm:pt modelId="{95EB8A8A-54C4-4E61-B8FF-DE85E979754C}" type="sibTrans" cxnId="{D5C34A38-9C2D-4D40-8EC8-98D0E235594F}">
      <dgm:prSet/>
      <dgm:spPr/>
      <dgm:t>
        <a:bodyPr/>
        <a:lstStyle/>
        <a:p>
          <a:endParaRPr lang="en-US"/>
        </a:p>
      </dgm:t>
    </dgm:pt>
    <dgm:pt modelId="{64C5BF75-FD24-4E45-86FA-538293C6495E}">
      <dgm:prSet/>
      <dgm:spPr/>
      <dgm:t>
        <a:bodyPr/>
        <a:lstStyle/>
        <a:p>
          <a:r>
            <a:rPr lang="en-IN" b="1"/>
            <a:t>(c) To Promote Strategic Learning</a:t>
          </a:r>
          <a:endParaRPr lang="en-US"/>
        </a:p>
      </dgm:t>
    </dgm:pt>
    <dgm:pt modelId="{F9F3C42A-D5D3-4943-AE91-360AC3F9D0F0}" type="parTrans" cxnId="{F0F1D741-AF0D-4A4A-A065-E492D406FBAF}">
      <dgm:prSet/>
      <dgm:spPr/>
      <dgm:t>
        <a:bodyPr/>
        <a:lstStyle/>
        <a:p>
          <a:endParaRPr lang="en-US"/>
        </a:p>
      </dgm:t>
    </dgm:pt>
    <dgm:pt modelId="{24388CDE-ECEB-4DB3-9B03-3E6333A68AC9}" type="sibTrans" cxnId="{F0F1D741-AF0D-4A4A-A065-E492D406FBAF}">
      <dgm:prSet/>
      <dgm:spPr/>
      <dgm:t>
        <a:bodyPr/>
        <a:lstStyle/>
        <a:p>
          <a:endParaRPr lang="en-US"/>
        </a:p>
      </dgm:t>
    </dgm:pt>
    <dgm:pt modelId="{316895AB-74D6-4E9A-9E8B-81833E34AFA5}">
      <dgm:prSet/>
      <dgm:spPr/>
      <dgm:t>
        <a:bodyPr/>
        <a:lstStyle/>
        <a:p>
          <a:r>
            <a:rPr lang="en-IN"/>
            <a:t>Help users understand common pitfalls and adopt preventive measures through collective intelligence.</a:t>
          </a:r>
          <a:endParaRPr lang="en-US"/>
        </a:p>
      </dgm:t>
    </dgm:pt>
    <dgm:pt modelId="{967E7547-93D3-4DEC-9737-42ADD8D9CD41}" type="parTrans" cxnId="{67C689BE-3E28-48BB-8669-E282F503FE75}">
      <dgm:prSet/>
      <dgm:spPr/>
      <dgm:t>
        <a:bodyPr/>
        <a:lstStyle/>
        <a:p>
          <a:endParaRPr lang="en-US"/>
        </a:p>
      </dgm:t>
    </dgm:pt>
    <dgm:pt modelId="{C89BC328-AEC9-44C7-AAE0-B8301AFBB926}" type="sibTrans" cxnId="{67C689BE-3E28-48BB-8669-E282F503FE75}">
      <dgm:prSet/>
      <dgm:spPr/>
      <dgm:t>
        <a:bodyPr/>
        <a:lstStyle/>
        <a:p>
          <a:endParaRPr lang="en-US"/>
        </a:p>
      </dgm:t>
    </dgm:pt>
    <dgm:pt modelId="{A76760B2-FCA7-4889-95E3-B76FB88B1CCE}">
      <dgm:prSet/>
      <dgm:spPr/>
      <dgm:t>
        <a:bodyPr/>
        <a:lstStyle/>
        <a:p>
          <a:r>
            <a:rPr lang="en-IN" b="1"/>
            <a:t>(d) To Leverage Artificial Intelligence</a:t>
          </a:r>
          <a:endParaRPr lang="en-US"/>
        </a:p>
      </dgm:t>
    </dgm:pt>
    <dgm:pt modelId="{DFF1C223-2FEC-48FF-9532-4221AFD1B4AA}" type="parTrans" cxnId="{C1A03AE3-037A-4901-862B-1DA884BC79FC}">
      <dgm:prSet/>
      <dgm:spPr/>
      <dgm:t>
        <a:bodyPr/>
        <a:lstStyle/>
        <a:p>
          <a:endParaRPr lang="en-US"/>
        </a:p>
      </dgm:t>
    </dgm:pt>
    <dgm:pt modelId="{A66A77D7-9CB6-4E64-A3EE-197AA2810EE5}" type="sibTrans" cxnId="{C1A03AE3-037A-4901-862B-1DA884BC79FC}">
      <dgm:prSet/>
      <dgm:spPr/>
      <dgm:t>
        <a:bodyPr/>
        <a:lstStyle/>
        <a:p>
          <a:endParaRPr lang="en-US"/>
        </a:p>
      </dgm:t>
    </dgm:pt>
    <dgm:pt modelId="{E731D7C6-5B11-494A-B372-8A8C6DB61398}">
      <dgm:prSet/>
      <dgm:spPr/>
      <dgm:t>
        <a:bodyPr/>
        <a:lstStyle/>
        <a:p>
          <a:r>
            <a:rPr lang="en-IN"/>
            <a:t>Utilize AI technologies to analyze patterns across failures and generate predictive insights.</a:t>
          </a:r>
          <a:endParaRPr lang="en-US"/>
        </a:p>
      </dgm:t>
    </dgm:pt>
    <dgm:pt modelId="{CFF5D580-4DD1-43DE-BC82-D9C235D4E9B3}" type="parTrans" cxnId="{E3C35B8D-0518-44D5-9E87-B4603A007E13}">
      <dgm:prSet/>
      <dgm:spPr/>
      <dgm:t>
        <a:bodyPr/>
        <a:lstStyle/>
        <a:p>
          <a:endParaRPr lang="en-US"/>
        </a:p>
      </dgm:t>
    </dgm:pt>
    <dgm:pt modelId="{05674051-E01F-4113-A528-F7420C4EBB88}" type="sibTrans" cxnId="{E3C35B8D-0518-44D5-9E87-B4603A007E13}">
      <dgm:prSet/>
      <dgm:spPr/>
      <dgm:t>
        <a:bodyPr/>
        <a:lstStyle/>
        <a:p>
          <a:endParaRPr lang="en-US"/>
        </a:p>
      </dgm:t>
    </dgm:pt>
    <dgm:pt modelId="{3329B480-3764-4D50-8349-5FCE60326D20}">
      <dgm:prSet/>
      <dgm:spPr/>
      <dgm:t>
        <a:bodyPr/>
        <a:lstStyle/>
        <a:p>
          <a:r>
            <a:rPr lang="en-IN" b="1"/>
            <a:t>(e) To Support Better Decision-Making</a:t>
          </a:r>
          <a:endParaRPr lang="en-US"/>
        </a:p>
      </dgm:t>
    </dgm:pt>
    <dgm:pt modelId="{620F437B-B431-4E9B-9F0A-8B5F4298EF2A}" type="parTrans" cxnId="{6C209A67-9300-401F-BD45-C7467BE17C06}">
      <dgm:prSet/>
      <dgm:spPr/>
      <dgm:t>
        <a:bodyPr/>
        <a:lstStyle/>
        <a:p>
          <a:endParaRPr lang="en-US"/>
        </a:p>
      </dgm:t>
    </dgm:pt>
    <dgm:pt modelId="{83263BF1-E42D-47B8-90CE-08A9B24FB4A9}" type="sibTrans" cxnId="{6C209A67-9300-401F-BD45-C7467BE17C06}">
      <dgm:prSet/>
      <dgm:spPr/>
      <dgm:t>
        <a:bodyPr/>
        <a:lstStyle/>
        <a:p>
          <a:endParaRPr lang="en-US"/>
        </a:p>
      </dgm:t>
    </dgm:pt>
    <dgm:pt modelId="{C63CE4FD-EBFB-45A9-8436-DAB41B524B4D}">
      <dgm:prSet/>
      <dgm:spPr/>
      <dgm:t>
        <a:bodyPr/>
        <a:lstStyle/>
        <a:p>
          <a:r>
            <a:rPr lang="en-IN"/>
            <a:t>Provide entrepreneurs and innovators with data-driven guidance to mitigate risks.</a:t>
          </a:r>
          <a:endParaRPr lang="en-US"/>
        </a:p>
      </dgm:t>
    </dgm:pt>
    <dgm:pt modelId="{0136F156-570B-4753-9517-4AFEBDF4ED5D}" type="parTrans" cxnId="{1FDC5BD6-70BA-463B-A50C-12A035A69152}">
      <dgm:prSet/>
      <dgm:spPr/>
      <dgm:t>
        <a:bodyPr/>
        <a:lstStyle/>
        <a:p>
          <a:endParaRPr lang="en-US"/>
        </a:p>
      </dgm:t>
    </dgm:pt>
    <dgm:pt modelId="{058B143E-9E4A-48C8-A5C7-2C92585F7B5B}" type="sibTrans" cxnId="{1FDC5BD6-70BA-463B-A50C-12A035A69152}">
      <dgm:prSet/>
      <dgm:spPr/>
      <dgm:t>
        <a:bodyPr/>
        <a:lstStyle/>
        <a:p>
          <a:endParaRPr lang="en-US"/>
        </a:p>
      </dgm:t>
    </dgm:pt>
    <dgm:pt modelId="{3F72757B-4ED0-426E-8716-0C793F64869A}">
      <dgm:prSet/>
      <dgm:spPr/>
      <dgm:t>
        <a:bodyPr/>
        <a:lstStyle/>
        <a:p>
          <a:r>
            <a:rPr lang="en-IN" b="1"/>
            <a:t>(f) To Encourage Openness</a:t>
          </a:r>
          <a:endParaRPr lang="en-US"/>
        </a:p>
      </dgm:t>
    </dgm:pt>
    <dgm:pt modelId="{0E1670B9-1211-4657-99A3-B5FE4B87FA5B}" type="parTrans" cxnId="{98C03CB4-8146-4C5B-B179-AF3EEDEE8DDD}">
      <dgm:prSet/>
      <dgm:spPr/>
      <dgm:t>
        <a:bodyPr/>
        <a:lstStyle/>
        <a:p>
          <a:endParaRPr lang="en-US"/>
        </a:p>
      </dgm:t>
    </dgm:pt>
    <dgm:pt modelId="{ADCB509B-069D-4A4C-B5F0-D8CEE842B09D}" type="sibTrans" cxnId="{98C03CB4-8146-4C5B-B179-AF3EEDEE8DDD}">
      <dgm:prSet/>
      <dgm:spPr/>
      <dgm:t>
        <a:bodyPr/>
        <a:lstStyle/>
        <a:p>
          <a:endParaRPr lang="en-US"/>
        </a:p>
      </dgm:t>
    </dgm:pt>
    <dgm:pt modelId="{5A0CC4DC-7F9C-4687-89E8-A44288CA000A}">
      <dgm:prSet/>
      <dgm:spPr/>
      <dgm:t>
        <a:bodyPr/>
        <a:lstStyle/>
        <a:p>
          <a:r>
            <a:rPr lang="en-IN"/>
            <a:t>Reduce the stigma associated with failure by fostering a supportive environment for honest discussion.</a:t>
          </a:r>
          <a:endParaRPr lang="en-US"/>
        </a:p>
      </dgm:t>
    </dgm:pt>
    <dgm:pt modelId="{DB5DFB99-F3A9-4AC4-A8C3-B80CC705410D}" type="parTrans" cxnId="{E22642F8-F555-4980-A1C2-559C26801364}">
      <dgm:prSet/>
      <dgm:spPr/>
      <dgm:t>
        <a:bodyPr/>
        <a:lstStyle/>
        <a:p>
          <a:endParaRPr lang="en-US"/>
        </a:p>
      </dgm:t>
    </dgm:pt>
    <dgm:pt modelId="{8BF8B169-159A-428E-A481-A6C353D0A9BE}" type="sibTrans" cxnId="{E22642F8-F555-4980-A1C2-559C26801364}">
      <dgm:prSet/>
      <dgm:spPr/>
      <dgm:t>
        <a:bodyPr/>
        <a:lstStyle/>
        <a:p>
          <a:endParaRPr lang="en-US"/>
        </a:p>
      </dgm:t>
    </dgm:pt>
    <dgm:pt modelId="{F8F45A62-5D72-4C53-891C-4247D97183BD}" type="pres">
      <dgm:prSet presAssocID="{6ABFA365-465B-42B3-B00A-68043871EED5}" presName="Name0" presStyleCnt="0">
        <dgm:presLayoutVars>
          <dgm:dir/>
          <dgm:resizeHandles val="exact"/>
        </dgm:presLayoutVars>
      </dgm:prSet>
      <dgm:spPr/>
    </dgm:pt>
    <dgm:pt modelId="{A5BDAF76-ACD8-4C32-B86D-CB49E6909076}" type="pres">
      <dgm:prSet presAssocID="{83CE382A-1C7F-4B55-964C-5EF02D5A63EC}" presName="node" presStyleLbl="node1" presStyleIdx="0" presStyleCnt="13">
        <dgm:presLayoutVars>
          <dgm:bulletEnabled val="1"/>
        </dgm:presLayoutVars>
      </dgm:prSet>
      <dgm:spPr/>
    </dgm:pt>
    <dgm:pt modelId="{E05B2A9B-773F-4B65-BC51-7DFFF21BB502}" type="pres">
      <dgm:prSet presAssocID="{C54F88FE-35EB-48A1-B276-B5042911D5CC}" presName="sibTrans" presStyleLbl="sibTrans1D1" presStyleIdx="0" presStyleCnt="12"/>
      <dgm:spPr/>
    </dgm:pt>
    <dgm:pt modelId="{43703F3C-541D-40A8-9E00-467847761366}" type="pres">
      <dgm:prSet presAssocID="{C54F88FE-35EB-48A1-B276-B5042911D5CC}" presName="connectorText" presStyleLbl="sibTrans1D1" presStyleIdx="0" presStyleCnt="12"/>
      <dgm:spPr/>
    </dgm:pt>
    <dgm:pt modelId="{61F17A13-11FD-4FE7-829B-B891277C916E}" type="pres">
      <dgm:prSet presAssocID="{D6AED269-BF5B-4DB8-B116-58B96DF5D28B}" presName="node" presStyleLbl="node1" presStyleIdx="1" presStyleCnt="13">
        <dgm:presLayoutVars>
          <dgm:bulletEnabled val="1"/>
        </dgm:presLayoutVars>
      </dgm:prSet>
      <dgm:spPr/>
    </dgm:pt>
    <dgm:pt modelId="{8EB17B9B-1346-49EC-8211-699F72DCE88E}" type="pres">
      <dgm:prSet presAssocID="{F9D4D55D-1795-4B8C-A4B2-3419C9838EE6}" presName="sibTrans" presStyleLbl="sibTrans1D1" presStyleIdx="1" presStyleCnt="12"/>
      <dgm:spPr/>
    </dgm:pt>
    <dgm:pt modelId="{C733E6C4-AC07-4D1D-960D-F93D0317DE5E}" type="pres">
      <dgm:prSet presAssocID="{F9D4D55D-1795-4B8C-A4B2-3419C9838EE6}" presName="connectorText" presStyleLbl="sibTrans1D1" presStyleIdx="1" presStyleCnt="12"/>
      <dgm:spPr/>
    </dgm:pt>
    <dgm:pt modelId="{96BC5792-7D38-4527-8B30-011C58F47270}" type="pres">
      <dgm:prSet presAssocID="{67A71314-CD1E-4E72-9969-11DFFF8A003C}" presName="node" presStyleLbl="node1" presStyleIdx="2" presStyleCnt="13">
        <dgm:presLayoutVars>
          <dgm:bulletEnabled val="1"/>
        </dgm:presLayoutVars>
      </dgm:prSet>
      <dgm:spPr/>
    </dgm:pt>
    <dgm:pt modelId="{4B8D2BB9-C502-4077-8C44-2454B8DB825A}" type="pres">
      <dgm:prSet presAssocID="{98730A6C-DDAB-4D06-B645-95C6D380B059}" presName="sibTrans" presStyleLbl="sibTrans1D1" presStyleIdx="2" presStyleCnt="12"/>
      <dgm:spPr/>
    </dgm:pt>
    <dgm:pt modelId="{0DA23C4E-B12C-4EC2-AA2D-E789E500BAAE}" type="pres">
      <dgm:prSet presAssocID="{98730A6C-DDAB-4D06-B645-95C6D380B059}" presName="connectorText" presStyleLbl="sibTrans1D1" presStyleIdx="2" presStyleCnt="12"/>
      <dgm:spPr/>
    </dgm:pt>
    <dgm:pt modelId="{1C640788-1BA8-43FE-8D9C-7B70762EDC90}" type="pres">
      <dgm:prSet presAssocID="{21BB46EE-C567-4698-854E-632E17697669}" presName="node" presStyleLbl="node1" presStyleIdx="3" presStyleCnt="13">
        <dgm:presLayoutVars>
          <dgm:bulletEnabled val="1"/>
        </dgm:presLayoutVars>
      </dgm:prSet>
      <dgm:spPr/>
    </dgm:pt>
    <dgm:pt modelId="{D0852292-D879-42D3-B5CC-3FF1E64EF14B}" type="pres">
      <dgm:prSet presAssocID="{C5C995C7-F212-4E6E-A009-DB2543153E67}" presName="sibTrans" presStyleLbl="sibTrans1D1" presStyleIdx="3" presStyleCnt="12"/>
      <dgm:spPr/>
    </dgm:pt>
    <dgm:pt modelId="{B5B77A73-144C-460A-9AE4-89FC1BBD9A22}" type="pres">
      <dgm:prSet presAssocID="{C5C995C7-F212-4E6E-A009-DB2543153E67}" presName="connectorText" presStyleLbl="sibTrans1D1" presStyleIdx="3" presStyleCnt="12"/>
      <dgm:spPr/>
    </dgm:pt>
    <dgm:pt modelId="{C3138B09-ACCB-4C6F-94FD-240EDB663B6E}" type="pres">
      <dgm:prSet presAssocID="{C5C8A914-BB5A-4341-8F74-F9EB6C47468C}" presName="node" presStyleLbl="node1" presStyleIdx="4" presStyleCnt="13">
        <dgm:presLayoutVars>
          <dgm:bulletEnabled val="1"/>
        </dgm:presLayoutVars>
      </dgm:prSet>
      <dgm:spPr/>
    </dgm:pt>
    <dgm:pt modelId="{9E55C03B-A3B6-4CE9-8C22-336BD8C18E52}" type="pres">
      <dgm:prSet presAssocID="{95EB8A8A-54C4-4E61-B8FF-DE85E979754C}" presName="sibTrans" presStyleLbl="sibTrans1D1" presStyleIdx="4" presStyleCnt="12"/>
      <dgm:spPr/>
    </dgm:pt>
    <dgm:pt modelId="{A79BCE72-5B5A-4B14-8D8B-17C7DA2C2A69}" type="pres">
      <dgm:prSet presAssocID="{95EB8A8A-54C4-4E61-B8FF-DE85E979754C}" presName="connectorText" presStyleLbl="sibTrans1D1" presStyleIdx="4" presStyleCnt="12"/>
      <dgm:spPr/>
    </dgm:pt>
    <dgm:pt modelId="{038CF779-D729-46F4-86B5-29CEAEA3665E}" type="pres">
      <dgm:prSet presAssocID="{64C5BF75-FD24-4E45-86FA-538293C6495E}" presName="node" presStyleLbl="node1" presStyleIdx="5" presStyleCnt="13">
        <dgm:presLayoutVars>
          <dgm:bulletEnabled val="1"/>
        </dgm:presLayoutVars>
      </dgm:prSet>
      <dgm:spPr/>
    </dgm:pt>
    <dgm:pt modelId="{06ED98E0-3AA0-4D64-92B3-1FA9ACC9C598}" type="pres">
      <dgm:prSet presAssocID="{24388CDE-ECEB-4DB3-9B03-3E6333A68AC9}" presName="sibTrans" presStyleLbl="sibTrans1D1" presStyleIdx="5" presStyleCnt="12"/>
      <dgm:spPr/>
    </dgm:pt>
    <dgm:pt modelId="{A89AB0A5-A1D1-4CBD-A56F-002B1D35167C}" type="pres">
      <dgm:prSet presAssocID="{24388CDE-ECEB-4DB3-9B03-3E6333A68AC9}" presName="connectorText" presStyleLbl="sibTrans1D1" presStyleIdx="5" presStyleCnt="12"/>
      <dgm:spPr/>
    </dgm:pt>
    <dgm:pt modelId="{D16D8547-9C3A-4276-B53A-0562E6FFE7CD}" type="pres">
      <dgm:prSet presAssocID="{316895AB-74D6-4E9A-9E8B-81833E34AFA5}" presName="node" presStyleLbl="node1" presStyleIdx="6" presStyleCnt="13">
        <dgm:presLayoutVars>
          <dgm:bulletEnabled val="1"/>
        </dgm:presLayoutVars>
      </dgm:prSet>
      <dgm:spPr/>
    </dgm:pt>
    <dgm:pt modelId="{95A486BB-1033-4A02-A015-346294789C81}" type="pres">
      <dgm:prSet presAssocID="{C89BC328-AEC9-44C7-AAE0-B8301AFBB926}" presName="sibTrans" presStyleLbl="sibTrans1D1" presStyleIdx="6" presStyleCnt="12"/>
      <dgm:spPr/>
    </dgm:pt>
    <dgm:pt modelId="{07E9DA94-C7FD-433F-8EB4-2ED619B20036}" type="pres">
      <dgm:prSet presAssocID="{C89BC328-AEC9-44C7-AAE0-B8301AFBB926}" presName="connectorText" presStyleLbl="sibTrans1D1" presStyleIdx="6" presStyleCnt="12"/>
      <dgm:spPr/>
    </dgm:pt>
    <dgm:pt modelId="{E8BDF88C-087D-49FE-93B2-9233EA6718D8}" type="pres">
      <dgm:prSet presAssocID="{A76760B2-FCA7-4889-95E3-B76FB88B1CCE}" presName="node" presStyleLbl="node1" presStyleIdx="7" presStyleCnt="13">
        <dgm:presLayoutVars>
          <dgm:bulletEnabled val="1"/>
        </dgm:presLayoutVars>
      </dgm:prSet>
      <dgm:spPr/>
    </dgm:pt>
    <dgm:pt modelId="{946AA5AC-B834-4012-8F08-1E13B8E8F7CF}" type="pres">
      <dgm:prSet presAssocID="{A66A77D7-9CB6-4E64-A3EE-197AA2810EE5}" presName="sibTrans" presStyleLbl="sibTrans1D1" presStyleIdx="7" presStyleCnt="12"/>
      <dgm:spPr/>
    </dgm:pt>
    <dgm:pt modelId="{BFE76160-C572-4076-981C-382EF40277EC}" type="pres">
      <dgm:prSet presAssocID="{A66A77D7-9CB6-4E64-A3EE-197AA2810EE5}" presName="connectorText" presStyleLbl="sibTrans1D1" presStyleIdx="7" presStyleCnt="12"/>
      <dgm:spPr/>
    </dgm:pt>
    <dgm:pt modelId="{DD9C0EA1-D50D-4282-96FD-757DFDD6727C}" type="pres">
      <dgm:prSet presAssocID="{E731D7C6-5B11-494A-B372-8A8C6DB61398}" presName="node" presStyleLbl="node1" presStyleIdx="8" presStyleCnt="13">
        <dgm:presLayoutVars>
          <dgm:bulletEnabled val="1"/>
        </dgm:presLayoutVars>
      </dgm:prSet>
      <dgm:spPr/>
    </dgm:pt>
    <dgm:pt modelId="{6BD32563-5A5C-41A4-AD56-E5E0A95AAB1B}" type="pres">
      <dgm:prSet presAssocID="{05674051-E01F-4113-A528-F7420C4EBB88}" presName="sibTrans" presStyleLbl="sibTrans1D1" presStyleIdx="8" presStyleCnt="12"/>
      <dgm:spPr/>
    </dgm:pt>
    <dgm:pt modelId="{9FF9FB59-8333-4ACC-815E-47D2411A4A4F}" type="pres">
      <dgm:prSet presAssocID="{05674051-E01F-4113-A528-F7420C4EBB88}" presName="connectorText" presStyleLbl="sibTrans1D1" presStyleIdx="8" presStyleCnt="12"/>
      <dgm:spPr/>
    </dgm:pt>
    <dgm:pt modelId="{030C8D60-2B8A-417F-B396-DCD5DC166F5A}" type="pres">
      <dgm:prSet presAssocID="{3329B480-3764-4D50-8349-5FCE60326D20}" presName="node" presStyleLbl="node1" presStyleIdx="9" presStyleCnt="13">
        <dgm:presLayoutVars>
          <dgm:bulletEnabled val="1"/>
        </dgm:presLayoutVars>
      </dgm:prSet>
      <dgm:spPr/>
    </dgm:pt>
    <dgm:pt modelId="{C8D4C257-2D23-4C59-8097-6C68CE2758C2}" type="pres">
      <dgm:prSet presAssocID="{83263BF1-E42D-47B8-90CE-08A9B24FB4A9}" presName="sibTrans" presStyleLbl="sibTrans1D1" presStyleIdx="9" presStyleCnt="12"/>
      <dgm:spPr/>
    </dgm:pt>
    <dgm:pt modelId="{5EBB4E82-B489-4BA3-87AD-B83A389F28DA}" type="pres">
      <dgm:prSet presAssocID="{83263BF1-E42D-47B8-90CE-08A9B24FB4A9}" presName="connectorText" presStyleLbl="sibTrans1D1" presStyleIdx="9" presStyleCnt="12"/>
      <dgm:spPr/>
    </dgm:pt>
    <dgm:pt modelId="{0E5A5EBB-497C-4947-A25E-6EC815FEE5C3}" type="pres">
      <dgm:prSet presAssocID="{C63CE4FD-EBFB-45A9-8436-DAB41B524B4D}" presName="node" presStyleLbl="node1" presStyleIdx="10" presStyleCnt="13">
        <dgm:presLayoutVars>
          <dgm:bulletEnabled val="1"/>
        </dgm:presLayoutVars>
      </dgm:prSet>
      <dgm:spPr/>
    </dgm:pt>
    <dgm:pt modelId="{43C614A1-D7EA-43DE-BC32-828405946285}" type="pres">
      <dgm:prSet presAssocID="{058B143E-9E4A-48C8-A5C7-2C92585F7B5B}" presName="sibTrans" presStyleLbl="sibTrans1D1" presStyleIdx="10" presStyleCnt="12"/>
      <dgm:spPr/>
    </dgm:pt>
    <dgm:pt modelId="{F2B92B0E-641C-4098-814D-F6FF2583EA60}" type="pres">
      <dgm:prSet presAssocID="{058B143E-9E4A-48C8-A5C7-2C92585F7B5B}" presName="connectorText" presStyleLbl="sibTrans1D1" presStyleIdx="10" presStyleCnt="12"/>
      <dgm:spPr/>
    </dgm:pt>
    <dgm:pt modelId="{14006083-F506-4AC8-A9F2-0C5542D75F59}" type="pres">
      <dgm:prSet presAssocID="{3F72757B-4ED0-426E-8716-0C793F64869A}" presName="node" presStyleLbl="node1" presStyleIdx="11" presStyleCnt="13">
        <dgm:presLayoutVars>
          <dgm:bulletEnabled val="1"/>
        </dgm:presLayoutVars>
      </dgm:prSet>
      <dgm:spPr/>
    </dgm:pt>
    <dgm:pt modelId="{1F9D7F3D-4592-4B4F-B047-BCD51FF595D2}" type="pres">
      <dgm:prSet presAssocID="{ADCB509B-069D-4A4C-B5F0-D8CEE842B09D}" presName="sibTrans" presStyleLbl="sibTrans1D1" presStyleIdx="11" presStyleCnt="12"/>
      <dgm:spPr/>
    </dgm:pt>
    <dgm:pt modelId="{6D09290E-A7AB-4AAF-ADC8-EED1F06E453A}" type="pres">
      <dgm:prSet presAssocID="{ADCB509B-069D-4A4C-B5F0-D8CEE842B09D}" presName="connectorText" presStyleLbl="sibTrans1D1" presStyleIdx="11" presStyleCnt="12"/>
      <dgm:spPr/>
    </dgm:pt>
    <dgm:pt modelId="{E34F4CFA-BF8E-445D-A143-4042FBE37F3B}" type="pres">
      <dgm:prSet presAssocID="{5A0CC4DC-7F9C-4687-89E8-A44288CA000A}" presName="node" presStyleLbl="node1" presStyleIdx="12" presStyleCnt="13">
        <dgm:presLayoutVars>
          <dgm:bulletEnabled val="1"/>
        </dgm:presLayoutVars>
      </dgm:prSet>
      <dgm:spPr/>
    </dgm:pt>
  </dgm:ptLst>
  <dgm:cxnLst>
    <dgm:cxn modelId="{A24B3D01-3DB4-4CD9-BD97-B4E09315A4AC}" type="presOf" srcId="{5A0CC4DC-7F9C-4687-89E8-A44288CA000A}" destId="{E34F4CFA-BF8E-445D-A143-4042FBE37F3B}" srcOrd="0" destOrd="0" presId="urn:microsoft.com/office/officeart/2016/7/layout/RepeatingBendingProcessNew"/>
    <dgm:cxn modelId="{F3623402-C1B2-4DA8-878F-5F8DFB358218}" srcId="{6ABFA365-465B-42B3-B00A-68043871EED5}" destId="{D6AED269-BF5B-4DB8-B116-58B96DF5D28B}" srcOrd="1" destOrd="0" parTransId="{AA62D7E9-A0B6-42EE-A76A-FA30F113C2BC}" sibTransId="{F9D4D55D-1795-4B8C-A4B2-3419C9838EE6}"/>
    <dgm:cxn modelId="{C14F5303-6FBB-4D3C-AEF5-179407D979A4}" type="presOf" srcId="{3F72757B-4ED0-426E-8716-0C793F64869A}" destId="{14006083-F506-4AC8-A9F2-0C5542D75F59}" srcOrd="0" destOrd="0" presId="urn:microsoft.com/office/officeart/2016/7/layout/RepeatingBendingProcessNew"/>
    <dgm:cxn modelId="{C0181A07-3C72-493E-B449-E50260CF0D20}" type="presOf" srcId="{F9D4D55D-1795-4B8C-A4B2-3419C9838EE6}" destId="{8EB17B9B-1346-49EC-8211-699F72DCE88E}" srcOrd="0" destOrd="0" presId="urn:microsoft.com/office/officeart/2016/7/layout/RepeatingBendingProcessNew"/>
    <dgm:cxn modelId="{37BA810A-CD28-4E74-8D12-86381BE793CE}" type="presOf" srcId="{316895AB-74D6-4E9A-9E8B-81833E34AFA5}" destId="{D16D8547-9C3A-4276-B53A-0562E6FFE7CD}" srcOrd="0" destOrd="0" presId="urn:microsoft.com/office/officeart/2016/7/layout/RepeatingBendingProcessNew"/>
    <dgm:cxn modelId="{91CCB90A-32BD-431D-ADA3-1124C68E10E1}" type="presOf" srcId="{C5C995C7-F212-4E6E-A009-DB2543153E67}" destId="{B5B77A73-144C-460A-9AE4-89FC1BBD9A22}" srcOrd="1" destOrd="0" presId="urn:microsoft.com/office/officeart/2016/7/layout/RepeatingBendingProcessNew"/>
    <dgm:cxn modelId="{2EF5A213-2F8C-40E2-B375-B34E05029CBE}" type="presOf" srcId="{24388CDE-ECEB-4DB3-9B03-3E6333A68AC9}" destId="{06ED98E0-3AA0-4D64-92B3-1FA9ACC9C598}" srcOrd="0" destOrd="0" presId="urn:microsoft.com/office/officeart/2016/7/layout/RepeatingBendingProcessNew"/>
    <dgm:cxn modelId="{0CC7A419-A273-4254-80F6-142F8F891948}" type="presOf" srcId="{058B143E-9E4A-48C8-A5C7-2C92585F7B5B}" destId="{43C614A1-D7EA-43DE-BC32-828405946285}" srcOrd="0" destOrd="0" presId="urn:microsoft.com/office/officeart/2016/7/layout/RepeatingBendingProcessNew"/>
    <dgm:cxn modelId="{C2717024-9A10-4B3D-9B4C-18C78E871499}" type="presOf" srcId="{6ABFA365-465B-42B3-B00A-68043871EED5}" destId="{F8F45A62-5D72-4C53-891C-4247D97183BD}" srcOrd="0" destOrd="0" presId="urn:microsoft.com/office/officeart/2016/7/layout/RepeatingBendingProcessNew"/>
    <dgm:cxn modelId="{F213CC31-BDF7-49B9-A2F0-19E1F5DF2282}" type="presOf" srcId="{21BB46EE-C567-4698-854E-632E17697669}" destId="{1C640788-1BA8-43FE-8D9C-7B70762EDC90}" srcOrd="0" destOrd="0" presId="urn:microsoft.com/office/officeart/2016/7/layout/RepeatingBendingProcessNew"/>
    <dgm:cxn modelId="{D5C34A38-9C2D-4D40-8EC8-98D0E235594F}" srcId="{6ABFA365-465B-42B3-B00A-68043871EED5}" destId="{C5C8A914-BB5A-4341-8F74-F9EB6C47468C}" srcOrd="4" destOrd="0" parTransId="{6DE2B997-5422-4942-B9A8-A50634C9FE5E}" sibTransId="{95EB8A8A-54C4-4E61-B8FF-DE85E979754C}"/>
    <dgm:cxn modelId="{B101613B-C784-4E94-8539-1EF34F002655}" type="presOf" srcId="{05674051-E01F-4113-A528-F7420C4EBB88}" destId="{6BD32563-5A5C-41A4-AD56-E5E0A95AAB1B}" srcOrd="0" destOrd="0" presId="urn:microsoft.com/office/officeart/2016/7/layout/RepeatingBendingProcessNew"/>
    <dgm:cxn modelId="{E4862E5D-BB09-4649-92DF-75C0C78CF034}" type="presOf" srcId="{058B143E-9E4A-48C8-A5C7-2C92585F7B5B}" destId="{F2B92B0E-641C-4098-814D-F6FF2583EA60}" srcOrd="1" destOrd="0" presId="urn:microsoft.com/office/officeart/2016/7/layout/RepeatingBendingProcessNew"/>
    <dgm:cxn modelId="{4382465D-5622-4023-978B-AA6BD3DB22F7}" type="presOf" srcId="{F9D4D55D-1795-4B8C-A4B2-3419C9838EE6}" destId="{C733E6C4-AC07-4D1D-960D-F93D0317DE5E}" srcOrd="1" destOrd="0" presId="urn:microsoft.com/office/officeart/2016/7/layout/RepeatingBendingProcessNew"/>
    <dgm:cxn modelId="{F0F1D741-AF0D-4A4A-A065-E492D406FBAF}" srcId="{6ABFA365-465B-42B3-B00A-68043871EED5}" destId="{64C5BF75-FD24-4E45-86FA-538293C6495E}" srcOrd="5" destOrd="0" parTransId="{F9F3C42A-D5D3-4943-AE91-360AC3F9D0F0}" sibTransId="{24388CDE-ECEB-4DB3-9B03-3E6333A68AC9}"/>
    <dgm:cxn modelId="{447AA664-41B4-4624-BFE8-9A8700B829B5}" type="presOf" srcId="{C63CE4FD-EBFB-45A9-8436-DAB41B524B4D}" destId="{0E5A5EBB-497C-4947-A25E-6EC815FEE5C3}" srcOrd="0" destOrd="0" presId="urn:microsoft.com/office/officeart/2016/7/layout/RepeatingBendingProcessNew"/>
    <dgm:cxn modelId="{6C209A67-9300-401F-BD45-C7467BE17C06}" srcId="{6ABFA365-465B-42B3-B00A-68043871EED5}" destId="{3329B480-3764-4D50-8349-5FCE60326D20}" srcOrd="9" destOrd="0" parTransId="{620F437B-B431-4E9B-9F0A-8B5F4298EF2A}" sibTransId="{83263BF1-E42D-47B8-90CE-08A9B24FB4A9}"/>
    <dgm:cxn modelId="{7E70214C-97E3-4883-8306-49E18E2376EE}" type="presOf" srcId="{C5C8A914-BB5A-4341-8F74-F9EB6C47468C}" destId="{C3138B09-ACCB-4C6F-94FD-240EDB663B6E}" srcOrd="0" destOrd="0" presId="urn:microsoft.com/office/officeart/2016/7/layout/RepeatingBendingProcessNew"/>
    <dgm:cxn modelId="{A14FB46E-50B5-4713-900A-47B52AC6A614}" type="presOf" srcId="{05674051-E01F-4113-A528-F7420C4EBB88}" destId="{9FF9FB59-8333-4ACC-815E-47D2411A4A4F}" srcOrd="1" destOrd="0" presId="urn:microsoft.com/office/officeart/2016/7/layout/RepeatingBendingProcessNew"/>
    <dgm:cxn modelId="{9AD2AC6F-327F-441E-B776-909820676E10}" type="presOf" srcId="{98730A6C-DDAB-4D06-B645-95C6D380B059}" destId="{0DA23C4E-B12C-4EC2-AA2D-E789E500BAAE}" srcOrd="1" destOrd="0" presId="urn:microsoft.com/office/officeart/2016/7/layout/RepeatingBendingProcessNew"/>
    <dgm:cxn modelId="{D847EA52-0FA4-426A-A9FC-E72D63FC0A15}" type="presOf" srcId="{95EB8A8A-54C4-4E61-B8FF-DE85E979754C}" destId="{9E55C03B-A3B6-4CE9-8C22-336BD8C18E52}" srcOrd="0" destOrd="0" presId="urn:microsoft.com/office/officeart/2016/7/layout/RepeatingBendingProcessNew"/>
    <dgm:cxn modelId="{90354F56-FB4D-46D9-A376-C349395356D9}" type="presOf" srcId="{C54F88FE-35EB-48A1-B276-B5042911D5CC}" destId="{43703F3C-541D-40A8-9E00-467847761366}" srcOrd="1" destOrd="0" presId="urn:microsoft.com/office/officeart/2016/7/layout/RepeatingBendingProcessNew"/>
    <dgm:cxn modelId="{C0813257-0DC4-4278-A770-1D924A515152}" type="presOf" srcId="{C5C995C7-F212-4E6E-A009-DB2543153E67}" destId="{D0852292-D879-42D3-B5CC-3FF1E64EF14B}" srcOrd="0" destOrd="0" presId="urn:microsoft.com/office/officeart/2016/7/layout/RepeatingBendingProcessNew"/>
    <dgm:cxn modelId="{B3CBF377-D372-429D-BD66-F0FFE7298CF7}" type="presOf" srcId="{98730A6C-DDAB-4D06-B645-95C6D380B059}" destId="{4B8D2BB9-C502-4077-8C44-2454B8DB825A}" srcOrd="0" destOrd="0" presId="urn:microsoft.com/office/officeart/2016/7/layout/RepeatingBendingProcessNew"/>
    <dgm:cxn modelId="{E091A25A-A5FE-498B-A9E0-20929EACB22C}" srcId="{6ABFA365-465B-42B3-B00A-68043871EED5}" destId="{21BB46EE-C567-4698-854E-632E17697669}" srcOrd="3" destOrd="0" parTransId="{5D04B672-CAA6-49CF-ABC6-633F2956448A}" sibTransId="{C5C995C7-F212-4E6E-A009-DB2543153E67}"/>
    <dgm:cxn modelId="{B0033380-083A-48D9-A256-63D7C7F5EB67}" type="presOf" srcId="{A66A77D7-9CB6-4E64-A3EE-197AA2810EE5}" destId="{BFE76160-C572-4076-981C-382EF40277EC}" srcOrd="1" destOrd="0" presId="urn:microsoft.com/office/officeart/2016/7/layout/RepeatingBendingProcessNew"/>
    <dgm:cxn modelId="{0E145F85-C47C-4AAA-8A7C-BBC299829CCD}" type="presOf" srcId="{C54F88FE-35EB-48A1-B276-B5042911D5CC}" destId="{E05B2A9B-773F-4B65-BC51-7DFFF21BB502}" srcOrd="0" destOrd="0" presId="urn:microsoft.com/office/officeart/2016/7/layout/RepeatingBendingProcessNew"/>
    <dgm:cxn modelId="{AC3A9787-E16A-46DA-A1CF-5BAFCFF528C2}" srcId="{6ABFA365-465B-42B3-B00A-68043871EED5}" destId="{83CE382A-1C7F-4B55-964C-5EF02D5A63EC}" srcOrd="0" destOrd="0" parTransId="{CCD775BC-5AA3-4867-A257-104ACD24E794}" sibTransId="{C54F88FE-35EB-48A1-B276-B5042911D5CC}"/>
    <dgm:cxn modelId="{7ECC408D-1E56-40F0-974A-D4EABD2BF2AE}" type="presOf" srcId="{D6AED269-BF5B-4DB8-B116-58B96DF5D28B}" destId="{61F17A13-11FD-4FE7-829B-B891277C916E}" srcOrd="0" destOrd="0" presId="urn:microsoft.com/office/officeart/2016/7/layout/RepeatingBendingProcessNew"/>
    <dgm:cxn modelId="{E3C35B8D-0518-44D5-9E87-B4603A007E13}" srcId="{6ABFA365-465B-42B3-B00A-68043871EED5}" destId="{E731D7C6-5B11-494A-B372-8A8C6DB61398}" srcOrd="8" destOrd="0" parTransId="{CFF5D580-4DD1-43DE-BC82-D9C235D4E9B3}" sibTransId="{05674051-E01F-4113-A528-F7420C4EBB88}"/>
    <dgm:cxn modelId="{A819BC93-EE61-4E08-A182-7728AC2F001D}" srcId="{6ABFA365-465B-42B3-B00A-68043871EED5}" destId="{67A71314-CD1E-4E72-9969-11DFFF8A003C}" srcOrd="2" destOrd="0" parTransId="{16AC2BFD-1B5B-4698-A41F-D33898E28171}" sibTransId="{98730A6C-DDAB-4D06-B645-95C6D380B059}"/>
    <dgm:cxn modelId="{10B17D9D-7D12-4153-B4A4-B82FAD9CB0A1}" type="presOf" srcId="{A66A77D7-9CB6-4E64-A3EE-197AA2810EE5}" destId="{946AA5AC-B834-4012-8F08-1E13B8E8F7CF}" srcOrd="0" destOrd="0" presId="urn:microsoft.com/office/officeart/2016/7/layout/RepeatingBendingProcessNew"/>
    <dgm:cxn modelId="{06E730A4-01D7-4500-8AB3-DF2A28840B33}" type="presOf" srcId="{64C5BF75-FD24-4E45-86FA-538293C6495E}" destId="{038CF779-D729-46F4-86B5-29CEAEA3665E}" srcOrd="0" destOrd="0" presId="urn:microsoft.com/office/officeart/2016/7/layout/RepeatingBendingProcessNew"/>
    <dgm:cxn modelId="{CC4CE2AF-AED7-4A04-82F3-05DEA706BE6F}" type="presOf" srcId="{C89BC328-AEC9-44C7-AAE0-B8301AFBB926}" destId="{07E9DA94-C7FD-433F-8EB4-2ED619B20036}" srcOrd="1" destOrd="0" presId="urn:microsoft.com/office/officeart/2016/7/layout/RepeatingBendingProcessNew"/>
    <dgm:cxn modelId="{98C03CB4-8146-4C5B-B179-AF3EEDEE8DDD}" srcId="{6ABFA365-465B-42B3-B00A-68043871EED5}" destId="{3F72757B-4ED0-426E-8716-0C793F64869A}" srcOrd="11" destOrd="0" parTransId="{0E1670B9-1211-4657-99A3-B5FE4B87FA5B}" sibTransId="{ADCB509B-069D-4A4C-B5F0-D8CEE842B09D}"/>
    <dgm:cxn modelId="{67C689BE-3E28-48BB-8669-E282F503FE75}" srcId="{6ABFA365-465B-42B3-B00A-68043871EED5}" destId="{316895AB-74D6-4E9A-9E8B-81833E34AFA5}" srcOrd="6" destOrd="0" parTransId="{967E7547-93D3-4DEC-9737-42ADD8D9CD41}" sibTransId="{C89BC328-AEC9-44C7-AAE0-B8301AFBB926}"/>
    <dgm:cxn modelId="{0B7C69C6-7040-4687-85D8-43E1728E69F2}" type="presOf" srcId="{E731D7C6-5B11-494A-B372-8A8C6DB61398}" destId="{DD9C0EA1-D50D-4282-96FD-757DFDD6727C}" srcOrd="0" destOrd="0" presId="urn:microsoft.com/office/officeart/2016/7/layout/RepeatingBendingProcessNew"/>
    <dgm:cxn modelId="{EFB93DC9-4393-47AF-AC6B-319E877BAAC1}" type="presOf" srcId="{ADCB509B-069D-4A4C-B5F0-D8CEE842B09D}" destId="{6D09290E-A7AB-4AAF-ADC8-EED1F06E453A}" srcOrd="1" destOrd="0" presId="urn:microsoft.com/office/officeart/2016/7/layout/RepeatingBendingProcessNew"/>
    <dgm:cxn modelId="{3C0A0BCA-E3DD-4609-9A56-CCE6B50430FF}" type="presOf" srcId="{24388CDE-ECEB-4DB3-9B03-3E6333A68AC9}" destId="{A89AB0A5-A1D1-4CBD-A56F-002B1D35167C}" srcOrd="1" destOrd="0" presId="urn:microsoft.com/office/officeart/2016/7/layout/RepeatingBendingProcessNew"/>
    <dgm:cxn modelId="{7C793ED0-675A-4776-B2DC-00EA3946A60E}" type="presOf" srcId="{67A71314-CD1E-4E72-9969-11DFFF8A003C}" destId="{96BC5792-7D38-4527-8B30-011C58F47270}" srcOrd="0" destOrd="0" presId="urn:microsoft.com/office/officeart/2016/7/layout/RepeatingBendingProcessNew"/>
    <dgm:cxn modelId="{3EC045D4-150E-4562-A0D3-088AE0230FCE}" type="presOf" srcId="{83263BF1-E42D-47B8-90CE-08A9B24FB4A9}" destId="{5EBB4E82-B489-4BA3-87AD-B83A389F28DA}" srcOrd="1" destOrd="0" presId="urn:microsoft.com/office/officeart/2016/7/layout/RepeatingBendingProcessNew"/>
    <dgm:cxn modelId="{22E6FED5-8051-416B-9A07-F4C210C5B66F}" type="presOf" srcId="{C89BC328-AEC9-44C7-AAE0-B8301AFBB926}" destId="{95A486BB-1033-4A02-A015-346294789C81}" srcOrd="0" destOrd="0" presId="urn:microsoft.com/office/officeart/2016/7/layout/RepeatingBendingProcessNew"/>
    <dgm:cxn modelId="{1FDC5BD6-70BA-463B-A50C-12A035A69152}" srcId="{6ABFA365-465B-42B3-B00A-68043871EED5}" destId="{C63CE4FD-EBFB-45A9-8436-DAB41B524B4D}" srcOrd="10" destOrd="0" parTransId="{0136F156-570B-4753-9517-4AFEBDF4ED5D}" sibTransId="{058B143E-9E4A-48C8-A5C7-2C92585F7B5B}"/>
    <dgm:cxn modelId="{A2B614E0-DB3A-45F4-AAA8-D723899D2063}" type="presOf" srcId="{83263BF1-E42D-47B8-90CE-08A9B24FB4A9}" destId="{C8D4C257-2D23-4C59-8097-6C68CE2758C2}" srcOrd="0" destOrd="0" presId="urn:microsoft.com/office/officeart/2016/7/layout/RepeatingBendingProcessNew"/>
    <dgm:cxn modelId="{C1A03AE3-037A-4901-862B-1DA884BC79FC}" srcId="{6ABFA365-465B-42B3-B00A-68043871EED5}" destId="{A76760B2-FCA7-4889-95E3-B76FB88B1CCE}" srcOrd="7" destOrd="0" parTransId="{DFF1C223-2FEC-48FF-9532-4221AFD1B4AA}" sibTransId="{A66A77D7-9CB6-4E64-A3EE-197AA2810EE5}"/>
    <dgm:cxn modelId="{C63C30E6-290A-4CF0-A950-28D55D7FDE54}" type="presOf" srcId="{95EB8A8A-54C4-4E61-B8FF-DE85E979754C}" destId="{A79BCE72-5B5A-4B14-8D8B-17C7DA2C2A69}" srcOrd="1" destOrd="0" presId="urn:microsoft.com/office/officeart/2016/7/layout/RepeatingBendingProcessNew"/>
    <dgm:cxn modelId="{E0D39AE9-7351-4C05-A2B7-78CD54C23F0F}" type="presOf" srcId="{A76760B2-FCA7-4889-95E3-B76FB88B1CCE}" destId="{E8BDF88C-087D-49FE-93B2-9233EA6718D8}" srcOrd="0" destOrd="0" presId="urn:microsoft.com/office/officeart/2016/7/layout/RepeatingBendingProcessNew"/>
    <dgm:cxn modelId="{D1F959ED-01E2-4C51-8D90-9369CD13E56B}" type="presOf" srcId="{83CE382A-1C7F-4B55-964C-5EF02D5A63EC}" destId="{A5BDAF76-ACD8-4C32-B86D-CB49E6909076}" srcOrd="0" destOrd="0" presId="urn:microsoft.com/office/officeart/2016/7/layout/RepeatingBendingProcessNew"/>
    <dgm:cxn modelId="{BF3300EE-BDB9-4CD2-9B15-4E193C010D2D}" type="presOf" srcId="{3329B480-3764-4D50-8349-5FCE60326D20}" destId="{030C8D60-2B8A-417F-B396-DCD5DC166F5A}" srcOrd="0" destOrd="0" presId="urn:microsoft.com/office/officeart/2016/7/layout/RepeatingBendingProcessNew"/>
    <dgm:cxn modelId="{E22642F8-F555-4980-A1C2-559C26801364}" srcId="{6ABFA365-465B-42B3-B00A-68043871EED5}" destId="{5A0CC4DC-7F9C-4687-89E8-A44288CA000A}" srcOrd="12" destOrd="0" parTransId="{DB5DFB99-F3A9-4AC4-A8C3-B80CC705410D}" sibTransId="{8BF8B169-159A-428E-A481-A6C353D0A9BE}"/>
    <dgm:cxn modelId="{D4B9A2FF-5836-4730-B122-60774A29689C}" type="presOf" srcId="{ADCB509B-069D-4A4C-B5F0-D8CEE842B09D}" destId="{1F9D7F3D-4592-4B4F-B047-BCD51FF595D2}" srcOrd="0" destOrd="0" presId="urn:microsoft.com/office/officeart/2016/7/layout/RepeatingBendingProcessNew"/>
    <dgm:cxn modelId="{C6F1DFBA-80C5-4235-8D49-A7E385543014}" type="presParOf" srcId="{F8F45A62-5D72-4C53-891C-4247D97183BD}" destId="{A5BDAF76-ACD8-4C32-B86D-CB49E6909076}" srcOrd="0" destOrd="0" presId="urn:microsoft.com/office/officeart/2016/7/layout/RepeatingBendingProcessNew"/>
    <dgm:cxn modelId="{660A4CBC-3CE7-4A41-9FAD-515A7047324B}" type="presParOf" srcId="{F8F45A62-5D72-4C53-891C-4247D97183BD}" destId="{E05B2A9B-773F-4B65-BC51-7DFFF21BB502}" srcOrd="1" destOrd="0" presId="urn:microsoft.com/office/officeart/2016/7/layout/RepeatingBendingProcessNew"/>
    <dgm:cxn modelId="{C2E69D2C-61BB-4917-A087-B8226865BA98}" type="presParOf" srcId="{E05B2A9B-773F-4B65-BC51-7DFFF21BB502}" destId="{43703F3C-541D-40A8-9E00-467847761366}" srcOrd="0" destOrd="0" presId="urn:microsoft.com/office/officeart/2016/7/layout/RepeatingBendingProcessNew"/>
    <dgm:cxn modelId="{5981A202-58AD-4263-9C1A-68589E2925DF}" type="presParOf" srcId="{F8F45A62-5D72-4C53-891C-4247D97183BD}" destId="{61F17A13-11FD-4FE7-829B-B891277C916E}" srcOrd="2" destOrd="0" presId="urn:microsoft.com/office/officeart/2016/7/layout/RepeatingBendingProcessNew"/>
    <dgm:cxn modelId="{57252426-EFC9-498F-BC0F-9507E438A4B3}" type="presParOf" srcId="{F8F45A62-5D72-4C53-891C-4247D97183BD}" destId="{8EB17B9B-1346-49EC-8211-699F72DCE88E}" srcOrd="3" destOrd="0" presId="urn:microsoft.com/office/officeart/2016/7/layout/RepeatingBendingProcessNew"/>
    <dgm:cxn modelId="{4EE14CFC-7D32-475F-B7C5-C6AB9B75EF15}" type="presParOf" srcId="{8EB17B9B-1346-49EC-8211-699F72DCE88E}" destId="{C733E6C4-AC07-4D1D-960D-F93D0317DE5E}" srcOrd="0" destOrd="0" presId="urn:microsoft.com/office/officeart/2016/7/layout/RepeatingBendingProcessNew"/>
    <dgm:cxn modelId="{EE2C6A98-1ACA-4DAD-AD80-CE3397F01862}" type="presParOf" srcId="{F8F45A62-5D72-4C53-891C-4247D97183BD}" destId="{96BC5792-7D38-4527-8B30-011C58F47270}" srcOrd="4" destOrd="0" presId="urn:microsoft.com/office/officeart/2016/7/layout/RepeatingBendingProcessNew"/>
    <dgm:cxn modelId="{72038C18-141D-4A14-9294-CE6EBC0E86B2}" type="presParOf" srcId="{F8F45A62-5D72-4C53-891C-4247D97183BD}" destId="{4B8D2BB9-C502-4077-8C44-2454B8DB825A}" srcOrd="5" destOrd="0" presId="urn:microsoft.com/office/officeart/2016/7/layout/RepeatingBendingProcessNew"/>
    <dgm:cxn modelId="{CCAD30A1-8385-474C-849C-005E9712AC6C}" type="presParOf" srcId="{4B8D2BB9-C502-4077-8C44-2454B8DB825A}" destId="{0DA23C4E-B12C-4EC2-AA2D-E789E500BAAE}" srcOrd="0" destOrd="0" presId="urn:microsoft.com/office/officeart/2016/7/layout/RepeatingBendingProcessNew"/>
    <dgm:cxn modelId="{248188CC-88A5-44F7-9EF5-59DB49A09E80}" type="presParOf" srcId="{F8F45A62-5D72-4C53-891C-4247D97183BD}" destId="{1C640788-1BA8-43FE-8D9C-7B70762EDC90}" srcOrd="6" destOrd="0" presId="urn:microsoft.com/office/officeart/2016/7/layout/RepeatingBendingProcessNew"/>
    <dgm:cxn modelId="{5BAFF844-EB55-4C5D-B6AF-A8CB12C5024A}" type="presParOf" srcId="{F8F45A62-5D72-4C53-891C-4247D97183BD}" destId="{D0852292-D879-42D3-B5CC-3FF1E64EF14B}" srcOrd="7" destOrd="0" presId="urn:microsoft.com/office/officeart/2016/7/layout/RepeatingBendingProcessNew"/>
    <dgm:cxn modelId="{5446ACD0-D2C9-48A7-8DA4-9A3C9CBFD357}" type="presParOf" srcId="{D0852292-D879-42D3-B5CC-3FF1E64EF14B}" destId="{B5B77A73-144C-460A-9AE4-89FC1BBD9A22}" srcOrd="0" destOrd="0" presId="urn:microsoft.com/office/officeart/2016/7/layout/RepeatingBendingProcessNew"/>
    <dgm:cxn modelId="{E7132A47-B5CB-4179-A471-7F8B546C902C}" type="presParOf" srcId="{F8F45A62-5D72-4C53-891C-4247D97183BD}" destId="{C3138B09-ACCB-4C6F-94FD-240EDB663B6E}" srcOrd="8" destOrd="0" presId="urn:microsoft.com/office/officeart/2016/7/layout/RepeatingBendingProcessNew"/>
    <dgm:cxn modelId="{DA8F0428-B3BB-4F70-97D1-6FC1F2FB50CA}" type="presParOf" srcId="{F8F45A62-5D72-4C53-891C-4247D97183BD}" destId="{9E55C03B-A3B6-4CE9-8C22-336BD8C18E52}" srcOrd="9" destOrd="0" presId="urn:microsoft.com/office/officeart/2016/7/layout/RepeatingBendingProcessNew"/>
    <dgm:cxn modelId="{435AB200-6ADE-43AA-A52F-26526D005498}" type="presParOf" srcId="{9E55C03B-A3B6-4CE9-8C22-336BD8C18E52}" destId="{A79BCE72-5B5A-4B14-8D8B-17C7DA2C2A69}" srcOrd="0" destOrd="0" presId="urn:microsoft.com/office/officeart/2016/7/layout/RepeatingBendingProcessNew"/>
    <dgm:cxn modelId="{83FE7398-52C4-4902-B621-E88B99B4285A}" type="presParOf" srcId="{F8F45A62-5D72-4C53-891C-4247D97183BD}" destId="{038CF779-D729-46F4-86B5-29CEAEA3665E}" srcOrd="10" destOrd="0" presId="urn:microsoft.com/office/officeart/2016/7/layout/RepeatingBendingProcessNew"/>
    <dgm:cxn modelId="{2C16D18D-28B0-41BD-B343-58E329F6592F}" type="presParOf" srcId="{F8F45A62-5D72-4C53-891C-4247D97183BD}" destId="{06ED98E0-3AA0-4D64-92B3-1FA9ACC9C598}" srcOrd="11" destOrd="0" presId="urn:microsoft.com/office/officeart/2016/7/layout/RepeatingBendingProcessNew"/>
    <dgm:cxn modelId="{B47AD8F4-8D7C-473A-ACBE-972C5CD268C8}" type="presParOf" srcId="{06ED98E0-3AA0-4D64-92B3-1FA9ACC9C598}" destId="{A89AB0A5-A1D1-4CBD-A56F-002B1D35167C}" srcOrd="0" destOrd="0" presId="urn:microsoft.com/office/officeart/2016/7/layout/RepeatingBendingProcessNew"/>
    <dgm:cxn modelId="{AF5BF79F-A613-40FC-8AFB-28C0040E728F}" type="presParOf" srcId="{F8F45A62-5D72-4C53-891C-4247D97183BD}" destId="{D16D8547-9C3A-4276-B53A-0562E6FFE7CD}" srcOrd="12" destOrd="0" presId="urn:microsoft.com/office/officeart/2016/7/layout/RepeatingBendingProcessNew"/>
    <dgm:cxn modelId="{382F6214-5ED2-4943-9859-F18B8A43EB82}" type="presParOf" srcId="{F8F45A62-5D72-4C53-891C-4247D97183BD}" destId="{95A486BB-1033-4A02-A015-346294789C81}" srcOrd="13" destOrd="0" presId="urn:microsoft.com/office/officeart/2016/7/layout/RepeatingBendingProcessNew"/>
    <dgm:cxn modelId="{97BBB274-4E4E-4D2B-8363-C73ADAE1FC2F}" type="presParOf" srcId="{95A486BB-1033-4A02-A015-346294789C81}" destId="{07E9DA94-C7FD-433F-8EB4-2ED619B20036}" srcOrd="0" destOrd="0" presId="urn:microsoft.com/office/officeart/2016/7/layout/RepeatingBendingProcessNew"/>
    <dgm:cxn modelId="{44E23338-96D2-48B2-BDF7-3933FEE7BAF5}" type="presParOf" srcId="{F8F45A62-5D72-4C53-891C-4247D97183BD}" destId="{E8BDF88C-087D-49FE-93B2-9233EA6718D8}" srcOrd="14" destOrd="0" presId="urn:microsoft.com/office/officeart/2016/7/layout/RepeatingBendingProcessNew"/>
    <dgm:cxn modelId="{EDAF3B7B-9FE1-4A2C-8E96-0A5B370F00BF}" type="presParOf" srcId="{F8F45A62-5D72-4C53-891C-4247D97183BD}" destId="{946AA5AC-B834-4012-8F08-1E13B8E8F7CF}" srcOrd="15" destOrd="0" presId="urn:microsoft.com/office/officeart/2016/7/layout/RepeatingBendingProcessNew"/>
    <dgm:cxn modelId="{287C6980-6CAD-4A41-BB6F-A23A4C8719E6}" type="presParOf" srcId="{946AA5AC-B834-4012-8F08-1E13B8E8F7CF}" destId="{BFE76160-C572-4076-981C-382EF40277EC}" srcOrd="0" destOrd="0" presId="urn:microsoft.com/office/officeart/2016/7/layout/RepeatingBendingProcessNew"/>
    <dgm:cxn modelId="{6FC7186E-A7B6-4DBA-8287-A4B039DB708C}" type="presParOf" srcId="{F8F45A62-5D72-4C53-891C-4247D97183BD}" destId="{DD9C0EA1-D50D-4282-96FD-757DFDD6727C}" srcOrd="16" destOrd="0" presId="urn:microsoft.com/office/officeart/2016/7/layout/RepeatingBendingProcessNew"/>
    <dgm:cxn modelId="{731F876D-CBAD-473E-8B34-45CBB8F38DA4}" type="presParOf" srcId="{F8F45A62-5D72-4C53-891C-4247D97183BD}" destId="{6BD32563-5A5C-41A4-AD56-E5E0A95AAB1B}" srcOrd="17" destOrd="0" presId="urn:microsoft.com/office/officeart/2016/7/layout/RepeatingBendingProcessNew"/>
    <dgm:cxn modelId="{7323E102-CAA7-4782-A61E-7A0EC98A6A49}" type="presParOf" srcId="{6BD32563-5A5C-41A4-AD56-E5E0A95AAB1B}" destId="{9FF9FB59-8333-4ACC-815E-47D2411A4A4F}" srcOrd="0" destOrd="0" presId="urn:microsoft.com/office/officeart/2016/7/layout/RepeatingBendingProcessNew"/>
    <dgm:cxn modelId="{62CE3A03-C112-410A-913F-F81E6FAECE8B}" type="presParOf" srcId="{F8F45A62-5D72-4C53-891C-4247D97183BD}" destId="{030C8D60-2B8A-417F-B396-DCD5DC166F5A}" srcOrd="18" destOrd="0" presId="urn:microsoft.com/office/officeart/2016/7/layout/RepeatingBendingProcessNew"/>
    <dgm:cxn modelId="{BCE7B3F3-5484-459C-9CE9-0655FD38DCF2}" type="presParOf" srcId="{F8F45A62-5D72-4C53-891C-4247D97183BD}" destId="{C8D4C257-2D23-4C59-8097-6C68CE2758C2}" srcOrd="19" destOrd="0" presId="urn:microsoft.com/office/officeart/2016/7/layout/RepeatingBendingProcessNew"/>
    <dgm:cxn modelId="{DD240025-1A7C-489E-ABA1-C45CA9890E28}" type="presParOf" srcId="{C8D4C257-2D23-4C59-8097-6C68CE2758C2}" destId="{5EBB4E82-B489-4BA3-87AD-B83A389F28DA}" srcOrd="0" destOrd="0" presId="urn:microsoft.com/office/officeart/2016/7/layout/RepeatingBendingProcessNew"/>
    <dgm:cxn modelId="{D92EC1DC-D710-4062-AA64-F1EE7BBAE66D}" type="presParOf" srcId="{F8F45A62-5D72-4C53-891C-4247D97183BD}" destId="{0E5A5EBB-497C-4947-A25E-6EC815FEE5C3}" srcOrd="20" destOrd="0" presId="urn:microsoft.com/office/officeart/2016/7/layout/RepeatingBendingProcessNew"/>
    <dgm:cxn modelId="{794E49AF-63C7-4A9E-A81A-AAE8FD9AD0B9}" type="presParOf" srcId="{F8F45A62-5D72-4C53-891C-4247D97183BD}" destId="{43C614A1-D7EA-43DE-BC32-828405946285}" srcOrd="21" destOrd="0" presId="urn:microsoft.com/office/officeart/2016/7/layout/RepeatingBendingProcessNew"/>
    <dgm:cxn modelId="{84DCAD66-1165-47B3-A407-E913A59BBCF5}" type="presParOf" srcId="{43C614A1-D7EA-43DE-BC32-828405946285}" destId="{F2B92B0E-641C-4098-814D-F6FF2583EA60}" srcOrd="0" destOrd="0" presId="urn:microsoft.com/office/officeart/2016/7/layout/RepeatingBendingProcessNew"/>
    <dgm:cxn modelId="{D500CBD3-4563-4171-A04F-1FEC567BC9B0}" type="presParOf" srcId="{F8F45A62-5D72-4C53-891C-4247D97183BD}" destId="{14006083-F506-4AC8-A9F2-0C5542D75F59}" srcOrd="22" destOrd="0" presId="urn:microsoft.com/office/officeart/2016/7/layout/RepeatingBendingProcessNew"/>
    <dgm:cxn modelId="{E320066F-B197-40DB-8395-8A6FF4A04483}" type="presParOf" srcId="{F8F45A62-5D72-4C53-891C-4247D97183BD}" destId="{1F9D7F3D-4592-4B4F-B047-BCD51FF595D2}" srcOrd="23" destOrd="0" presId="urn:microsoft.com/office/officeart/2016/7/layout/RepeatingBendingProcessNew"/>
    <dgm:cxn modelId="{25D2ADB9-9D91-4805-BA4A-58D97C47EB0D}" type="presParOf" srcId="{1F9D7F3D-4592-4B4F-B047-BCD51FF595D2}" destId="{6D09290E-A7AB-4AAF-ADC8-EED1F06E453A}" srcOrd="0" destOrd="0" presId="urn:microsoft.com/office/officeart/2016/7/layout/RepeatingBendingProcessNew"/>
    <dgm:cxn modelId="{4BA633F8-9E7B-4CCF-A60E-7205B1DEA222}" type="presParOf" srcId="{F8F45A62-5D72-4C53-891C-4247D97183BD}" destId="{E34F4CFA-BF8E-445D-A143-4042FBE37F3B}" srcOrd="2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6257F7-7909-413B-A40B-0213A7E47D55}"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24AF1962-FE93-4F08-AA14-82964C2A2153}">
      <dgm:prSet/>
      <dgm:spPr/>
      <dgm:t>
        <a:bodyPr/>
        <a:lstStyle/>
        <a:p>
          <a:r>
            <a:rPr lang="en-IN" b="1"/>
            <a:t>Stage 1: Requirement Analysis</a:t>
          </a:r>
          <a:endParaRPr lang="en-US"/>
        </a:p>
      </dgm:t>
    </dgm:pt>
    <dgm:pt modelId="{B2AFBC93-0E91-473C-93C3-3D05B5030E30}" type="parTrans" cxnId="{05D4A45F-2750-48A8-B355-DE63C0F01A6A}">
      <dgm:prSet/>
      <dgm:spPr/>
      <dgm:t>
        <a:bodyPr/>
        <a:lstStyle/>
        <a:p>
          <a:endParaRPr lang="en-US"/>
        </a:p>
      </dgm:t>
    </dgm:pt>
    <dgm:pt modelId="{AAE2BC61-92C7-4FCA-8ADF-137EC00E6AEA}" type="sibTrans" cxnId="{05D4A45F-2750-48A8-B355-DE63C0F01A6A}">
      <dgm:prSet/>
      <dgm:spPr/>
      <dgm:t>
        <a:bodyPr/>
        <a:lstStyle/>
        <a:p>
          <a:endParaRPr lang="en-US"/>
        </a:p>
      </dgm:t>
    </dgm:pt>
    <dgm:pt modelId="{78E9D0F8-6485-4B79-A8D7-B0D6BDFC2737}">
      <dgm:prSet/>
      <dgm:spPr/>
      <dgm:t>
        <a:bodyPr/>
        <a:lstStyle/>
        <a:p>
          <a:r>
            <a:rPr lang="en-IN"/>
            <a:t>Requirements were collected through:</a:t>
          </a:r>
          <a:endParaRPr lang="en-US"/>
        </a:p>
      </dgm:t>
    </dgm:pt>
    <dgm:pt modelId="{1D88067F-F207-46E9-8391-8626E3313224}" type="parTrans" cxnId="{8FE3AD0D-E6FA-4F6D-BE96-ECC485CE2F1D}">
      <dgm:prSet/>
      <dgm:spPr/>
      <dgm:t>
        <a:bodyPr/>
        <a:lstStyle/>
        <a:p>
          <a:endParaRPr lang="en-US"/>
        </a:p>
      </dgm:t>
    </dgm:pt>
    <dgm:pt modelId="{08095E98-BA62-47F6-B138-919F50E74FC1}" type="sibTrans" cxnId="{8FE3AD0D-E6FA-4F6D-BE96-ECC485CE2F1D}">
      <dgm:prSet/>
      <dgm:spPr/>
      <dgm:t>
        <a:bodyPr/>
        <a:lstStyle/>
        <a:p>
          <a:endParaRPr lang="en-US"/>
        </a:p>
      </dgm:t>
    </dgm:pt>
    <dgm:pt modelId="{09ACAFC3-CDEC-405F-B62D-F3B4721C6EDA}">
      <dgm:prSet/>
      <dgm:spPr/>
      <dgm:t>
        <a:bodyPr/>
        <a:lstStyle/>
        <a:p>
          <a:r>
            <a:rPr lang="en-IN"/>
            <a:t>User surveys, </a:t>
          </a:r>
          <a:endParaRPr lang="en-US"/>
        </a:p>
      </dgm:t>
    </dgm:pt>
    <dgm:pt modelId="{4E587FEC-828D-48AB-8A78-971815ECA908}" type="parTrans" cxnId="{73EF2D2C-100B-4B21-8D9F-95B573CC8CA4}">
      <dgm:prSet/>
      <dgm:spPr/>
      <dgm:t>
        <a:bodyPr/>
        <a:lstStyle/>
        <a:p>
          <a:endParaRPr lang="en-US"/>
        </a:p>
      </dgm:t>
    </dgm:pt>
    <dgm:pt modelId="{7117FD6D-6D8E-4E13-94D9-E70591F09B4F}" type="sibTrans" cxnId="{73EF2D2C-100B-4B21-8D9F-95B573CC8CA4}">
      <dgm:prSet/>
      <dgm:spPr/>
      <dgm:t>
        <a:bodyPr/>
        <a:lstStyle/>
        <a:p>
          <a:endParaRPr lang="en-US"/>
        </a:p>
      </dgm:t>
    </dgm:pt>
    <dgm:pt modelId="{F65AA5BE-3857-4184-9669-033904F2EDD0}">
      <dgm:prSet/>
      <dgm:spPr/>
      <dgm:t>
        <a:bodyPr/>
        <a:lstStyle/>
        <a:p>
          <a:r>
            <a:rPr lang="en-IN"/>
            <a:t>Competitor research, </a:t>
          </a:r>
          <a:endParaRPr lang="en-US"/>
        </a:p>
      </dgm:t>
    </dgm:pt>
    <dgm:pt modelId="{93A87297-C01C-40C4-A972-5379912F41CB}" type="parTrans" cxnId="{67343F80-7BEE-4A8A-8E61-A859185F356D}">
      <dgm:prSet/>
      <dgm:spPr/>
      <dgm:t>
        <a:bodyPr/>
        <a:lstStyle/>
        <a:p>
          <a:endParaRPr lang="en-US"/>
        </a:p>
      </dgm:t>
    </dgm:pt>
    <dgm:pt modelId="{6EF627C6-501A-4C93-BC51-B4F5CFAD4E16}" type="sibTrans" cxnId="{67343F80-7BEE-4A8A-8E61-A859185F356D}">
      <dgm:prSet/>
      <dgm:spPr/>
      <dgm:t>
        <a:bodyPr/>
        <a:lstStyle/>
        <a:p>
          <a:endParaRPr lang="en-US"/>
        </a:p>
      </dgm:t>
    </dgm:pt>
    <dgm:pt modelId="{3BBF7DF6-03DE-4767-B7A6-56C8496F1648}">
      <dgm:prSet/>
      <dgm:spPr/>
      <dgm:t>
        <a:bodyPr/>
        <a:lstStyle/>
        <a:p>
          <a:r>
            <a:rPr lang="en-IN"/>
            <a:t>Literature reviews, </a:t>
          </a:r>
          <a:endParaRPr lang="en-US"/>
        </a:p>
      </dgm:t>
    </dgm:pt>
    <dgm:pt modelId="{CE2BB7CE-F445-4F61-A90F-A504AB04BD14}" type="parTrans" cxnId="{23451C9B-4974-4129-8D03-5984A5601312}">
      <dgm:prSet/>
      <dgm:spPr/>
      <dgm:t>
        <a:bodyPr/>
        <a:lstStyle/>
        <a:p>
          <a:endParaRPr lang="en-US"/>
        </a:p>
      </dgm:t>
    </dgm:pt>
    <dgm:pt modelId="{E44F9C63-97CB-4C33-B4E3-2051C036C0E5}" type="sibTrans" cxnId="{23451C9B-4974-4129-8D03-5984A5601312}">
      <dgm:prSet/>
      <dgm:spPr/>
      <dgm:t>
        <a:bodyPr/>
        <a:lstStyle/>
        <a:p>
          <a:endParaRPr lang="en-US"/>
        </a:p>
      </dgm:t>
    </dgm:pt>
    <dgm:pt modelId="{FDA44225-97E7-4A3B-A907-11DB11733281}">
      <dgm:prSet/>
      <dgm:spPr/>
      <dgm:t>
        <a:bodyPr/>
        <a:lstStyle/>
        <a:p>
          <a:r>
            <a:rPr lang="en-IN"/>
            <a:t>Brainstorming sessions. </a:t>
          </a:r>
          <a:endParaRPr lang="en-US"/>
        </a:p>
      </dgm:t>
    </dgm:pt>
    <dgm:pt modelId="{EA5135BF-CE49-445A-8A40-AB13C38B936B}" type="parTrans" cxnId="{CF5E7876-1D06-401D-BD56-2A025A57585C}">
      <dgm:prSet/>
      <dgm:spPr/>
      <dgm:t>
        <a:bodyPr/>
        <a:lstStyle/>
        <a:p>
          <a:endParaRPr lang="en-US"/>
        </a:p>
      </dgm:t>
    </dgm:pt>
    <dgm:pt modelId="{289E3A9D-A4FC-42BD-A69E-21EE20122680}" type="sibTrans" cxnId="{CF5E7876-1D06-401D-BD56-2A025A57585C}">
      <dgm:prSet/>
      <dgm:spPr/>
      <dgm:t>
        <a:bodyPr/>
        <a:lstStyle/>
        <a:p>
          <a:endParaRPr lang="en-US"/>
        </a:p>
      </dgm:t>
    </dgm:pt>
    <dgm:pt modelId="{9B19FFCA-1563-48D4-94D6-678AFEEC66C1}">
      <dgm:prSet/>
      <dgm:spPr/>
      <dgm:t>
        <a:bodyPr/>
        <a:lstStyle/>
        <a:p>
          <a:r>
            <a:rPr lang="en-IN" b="1"/>
            <a:t>Stage 2: System Design</a:t>
          </a:r>
          <a:endParaRPr lang="en-US"/>
        </a:p>
      </dgm:t>
    </dgm:pt>
    <dgm:pt modelId="{B79DABE1-18E6-4161-BAC6-5C6F5B8353DD}" type="parTrans" cxnId="{7F6F0C1E-18E2-4944-8B65-0AA9DD93FCF0}">
      <dgm:prSet/>
      <dgm:spPr/>
      <dgm:t>
        <a:bodyPr/>
        <a:lstStyle/>
        <a:p>
          <a:endParaRPr lang="en-US"/>
        </a:p>
      </dgm:t>
    </dgm:pt>
    <dgm:pt modelId="{7925C154-F04E-4CC9-9154-F330955032EE}" type="sibTrans" cxnId="{7F6F0C1E-18E2-4944-8B65-0AA9DD93FCF0}">
      <dgm:prSet/>
      <dgm:spPr/>
      <dgm:t>
        <a:bodyPr/>
        <a:lstStyle/>
        <a:p>
          <a:endParaRPr lang="en-US"/>
        </a:p>
      </dgm:t>
    </dgm:pt>
    <dgm:pt modelId="{074582F0-4E68-4D0C-9CDB-0C62A426D3D5}">
      <dgm:prSet/>
      <dgm:spPr/>
      <dgm:t>
        <a:bodyPr/>
        <a:lstStyle/>
        <a:p>
          <a:r>
            <a:rPr lang="en-IN"/>
            <a:t>The overall architecture of the platform was designed, including:</a:t>
          </a:r>
          <a:endParaRPr lang="en-US"/>
        </a:p>
      </dgm:t>
    </dgm:pt>
    <dgm:pt modelId="{EBA360BC-ADD8-4716-A6E1-E1E8A75E8306}" type="parTrans" cxnId="{41793357-51E4-4EA5-AD8B-5B985D0CC0AA}">
      <dgm:prSet/>
      <dgm:spPr/>
      <dgm:t>
        <a:bodyPr/>
        <a:lstStyle/>
        <a:p>
          <a:endParaRPr lang="en-US"/>
        </a:p>
      </dgm:t>
    </dgm:pt>
    <dgm:pt modelId="{FD08649D-55B6-4A5F-9CEB-B6F7943E2E4B}" type="sibTrans" cxnId="{41793357-51E4-4EA5-AD8B-5B985D0CC0AA}">
      <dgm:prSet/>
      <dgm:spPr/>
      <dgm:t>
        <a:bodyPr/>
        <a:lstStyle/>
        <a:p>
          <a:endParaRPr lang="en-US"/>
        </a:p>
      </dgm:t>
    </dgm:pt>
    <dgm:pt modelId="{9008F809-5EF9-426F-8369-64F0929C4EC1}">
      <dgm:prSet/>
      <dgm:spPr/>
      <dgm:t>
        <a:bodyPr/>
        <a:lstStyle/>
        <a:p>
          <a:r>
            <a:rPr lang="en-IN"/>
            <a:t>User Interface Design, </a:t>
          </a:r>
          <a:endParaRPr lang="en-US"/>
        </a:p>
      </dgm:t>
    </dgm:pt>
    <dgm:pt modelId="{4B1F253B-82C9-4638-A9A1-C36FB7AB85F5}" type="parTrans" cxnId="{FFD3FB5A-50E2-4531-95D8-A847DF0B9411}">
      <dgm:prSet/>
      <dgm:spPr/>
      <dgm:t>
        <a:bodyPr/>
        <a:lstStyle/>
        <a:p>
          <a:endParaRPr lang="en-US"/>
        </a:p>
      </dgm:t>
    </dgm:pt>
    <dgm:pt modelId="{952737C4-FD64-4426-8B47-68C7032CA17B}" type="sibTrans" cxnId="{FFD3FB5A-50E2-4531-95D8-A847DF0B9411}">
      <dgm:prSet/>
      <dgm:spPr/>
      <dgm:t>
        <a:bodyPr/>
        <a:lstStyle/>
        <a:p>
          <a:endParaRPr lang="en-US"/>
        </a:p>
      </dgm:t>
    </dgm:pt>
    <dgm:pt modelId="{5300734B-093F-45DA-A47B-B0A7810B1201}">
      <dgm:prSet/>
      <dgm:spPr/>
      <dgm:t>
        <a:bodyPr/>
        <a:lstStyle/>
        <a:p>
          <a:r>
            <a:rPr lang="en-IN"/>
            <a:t>Database Design, </a:t>
          </a:r>
          <a:endParaRPr lang="en-US"/>
        </a:p>
      </dgm:t>
    </dgm:pt>
    <dgm:pt modelId="{3816FE50-58BE-4047-9552-9031391998EF}" type="parTrans" cxnId="{FC6C5548-E806-45C8-8DE5-79EFEFB28BFE}">
      <dgm:prSet/>
      <dgm:spPr/>
      <dgm:t>
        <a:bodyPr/>
        <a:lstStyle/>
        <a:p>
          <a:endParaRPr lang="en-US"/>
        </a:p>
      </dgm:t>
    </dgm:pt>
    <dgm:pt modelId="{F21757AC-CE31-4A92-82BA-B1DF524C064E}" type="sibTrans" cxnId="{FC6C5548-E806-45C8-8DE5-79EFEFB28BFE}">
      <dgm:prSet/>
      <dgm:spPr/>
      <dgm:t>
        <a:bodyPr/>
        <a:lstStyle/>
        <a:p>
          <a:endParaRPr lang="en-US"/>
        </a:p>
      </dgm:t>
    </dgm:pt>
    <dgm:pt modelId="{8050CCA1-2D59-40C0-8D2D-216411EF240B}">
      <dgm:prSet/>
      <dgm:spPr/>
      <dgm:t>
        <a:bodyPr/>
        <a:lstStyle/>
        <a:p>
          <a:r>
            <a:rPr lang="en-IN"/>
            <a:t>Navigation Structure, </a:t>
          </a:r>
          <a:endParaRPr lang="en-US"/>
        </a:p>
      </dgm:t>
    </dgm:pt>
    <dgm:pt modelId="{DAF01EC1-D3EE-4FF6-A421-9D200515524E}" type="parTrans" cxnId="{E9D4AC91-FDF5-4212-BA42-43E034E36C8B}">
      <dgm:prSet/>
      <dgm:spPr/>
      <dgm:t>
        <a:bodyPr/>
        <a:lstStyle/>
        <a:p>
          <a:endParaRPr lang="en-US"/>
        </a:p>
      </dgm:t>
    </dgm:pt>
    <dgm:pt modelId="{733965D6-E042-4D1A-8DF0-3DA007763679}" type="sibTrans" cxnId="{E9D4AC91-FDF5-4212-BA42-43E034E36C8B}">
      <dgm:prSet/>
      <dgm:spPr/>
      <dgm:t>
        <a:bodyPr/>
        <a:lstStyle/>
        <a:p>
          <a:endParaRPr lang="en-US"/>
        </a:p>
      </dgm:t>
    </dgm:pt>
    <dgm:pt modelId="{8C0F588D-D378-49E9-BEA9-54D588D38041}">
      <dgm:prSet/>
      <dgm:spPr/>
      <dgm:t>
        <a:bodyPr/>
        <a:lstStyle/>
        <a:p>
          <a:r>
            <a:rPr lang="en-IN"/>
            <a:t>API Specifications. </a:t>
          </a:r>
          <a:endParaRPr lang="en-US"/>
        </a:p>
      </dgm:t>
    </dgm:pt>
    <dgm:pt modelId="{A556F19F-771B-49E1-A5AC-BBC46112F307}" type="parTrans" cxnId="{936F8863-CD01-40FD-BA2D-F096FCFE4ED0}">
      <dgm:prSet/>
      <dgm:spPr/>
      <dgm:t>
        <a:bodyPr/>
        <a:lstStyle/>
        <a:p>
          <a:endParaRPr lang="en-US"/>
        </a:p>
      </dgm:t>
    </dgm:pt>
    <dgm:pt modelId="{494E6F13-E4E5-4C96-A37E-EFD66A4C0E91}" type="sibTrans" cxnId="{936F8863-CD01-40FD-BA2D-F096FCFE4ED0}">
      <dgm:prSet/>
      <dgm:spPr/>
      <dgm:t>
        <a:bodyPr/>
        <a:lstStyle/>
        <a:p>
          <a:endParaRPr lang="en-US"/>
        </a:p>
      </dgm:t>
    </dgm:pt>
    <dgm:pt modelId="{E5D32472-079C-4074-A14B-587F9BDB3034}">
      <dgm:prSet/>
      <dgm:spPr/>
      <dgm:t>
        <a:bodyPr/>
        <a:lstStyle/>
        <a:p>
          <a:r>
            <a:rPr lang="en-IN" b="1"/>
            <a:t>Stage 3: Development</a:t>
          </a:r>
          <a:endParaRPr lang="en-US"/>
        </a:p>
      </dgm:t>
    </dgm:pt>
    <dgm:pt modelId="{16D4BFC7-73E9-4F55-86E3-CFC32EB60286}" type="parTrans" cxnId="{DA2189EA-3E20-4F29-9FB3-A0A018A151F2}">
      <dgm:prSet/>
      <dgm:spPr/>
      <dgm:t>
        <a:bodyPr/>
        <a:lstStyle/>
        <a:p>
          <a:endParaRPr lang="en-US"/>
        </a:p>
      </dgm:t>
    </dgm:pt>
    <dgm:pt modelId="{4E4776F4-72BA-4B72-8259-D6E80D62A67B}" type="sibTrans" cxnId="{DA2189EA-3E20-4F29-9FB3-A0A018A151F2}">
      <dgm:prSet/>
      <dgm:spPr/>
      <dgm:t>
        <a:bodyPr/>
        <a:lstStyle/>
        <a:p>
          <a:endParaRPr lang="en-US"/>
        </a:p>
      </dgm:t>
    </dgm:pt>
    <dgm:pt modelId="{4E51E8C9-4606-4859-80A4-CAC17B480021}">
      <dgm:prSet/>
      <dgm:spPr/>
      <dgm:t>
        <a:bodyPr/>
        <a:lstStyle/>
        <a:p>
          <a:r>
            <a:rPr lang="en-IN"/>
            <a:t>Frontend and backend modules were implemented using modern technologies.</a:t>
          </a:r>
          <a:endParaRPr lang="en-US"/>
        </a:p>
      </dgm:t>
    </dgm:pt>
    <dgm:pt modelId="{CD019D58-E5AF-4283-9DB4-8984EDD92185}" type="parTrans" cxnId="{7A743893-5AC4-4CA6-8CDA-8A72E5FEF63A}">
      <dgm:prSet/>
      <dgm:spPr/>
      <dgm:t>
        <a:bodyPr/>
        <a:lstStyle/>
        <a:p>
          <a:endParaRPr lang="en-US"/>
        </a:p>
      </dgm:t>
    </dgm:pt>
    <dgm:pt modelId="{FD480EE7-D3CA-4CCE-9F4C-08DAC18B48EE}" type="sibTrans" cxnId="{7A743893-5AC4-4CA6-8CDA-8A72E5FEF63A}">
      <dgm:prSet/>
      <dgm:spPr/>
      <dgm:t>
        <a:bodyPr/>
        <a:lstStyle/>
        <a:p>
          <a:endParaRPr lang="en-US"/>
        </a:p>
      </dgm:t>
    </dgm:pt>
    <dgm:pt modelId="{F1790656-2CD1-4575-B0EC-87871B2619B4}">
      <dgm:prSet/>
      <dgm:spPr/>
      <dgm:t>
        <a:bodyPr/>
        <a:lstStyle/>
        <a:p>
          <a:r>
            <a:rPr lang="en-IN"/>
            <a:t>Activities included:</a:t>
          </a:r>
          <a:endParaRPr lang="en-US"/>
        </a:p>
      </dgm:t>
    </dgm:pt>
    <dgm:pt modelId="{13A94AA1-A78D-4CCA-83DD-85A9ABDC9CB4}" type="parTrans" cxnId="{8BB4A86B-D595-4B7A-B028-1CCE7DBDA88A}">
      <dgm:prSet/>
      <dgm:spPr/>
      <dgm:t>
        <a:bodyPr/>
        <a:lstStyle/>
        <a:p>
          <a:endParaRPr lang="en-US"/>
        </a:p>
      </dgm:t>
    </dgm:pt>
    <dgm:pt modelId="{02EFB23E-41B2-4F8F-A69C-79A90F8AFD09}" type="sibTrans" cxnId="{8BB4A86B-D595-4B7A-B028-1CCE7DBDA88A}">
      <dgm:prSet/>
      <dgm:spPr/>
      <dgm:t>
        <a:bodyPr/>
        <a:lstStyle/>
        <a:p>
          <a:endParaRPr lang="en-US"/>
        </a:p>
      </dgm:t>
    </dgm:pt>
    <dgm:pt modelId="{60B82E0C-2109-44E5-856D-A690B80FEE09}">
      <dgm:prSet/>
      <dgm:spPr/>
      <dgm:t>
        <a:bodyPr/>
        <a:lstStyle/>
        <a:p>
          <a:r>
            <a:rPr lang="en-IN"/>
            <a:t>Homepage development, </a:t>
          </a:r>
          <a:endParaRPr lang="en-US"/>
        </a:p>
      </dgm:t>
    </dgm:pt>
    <dgm:pt modelId="{A679C0FF-FC4F-4F0A-BE82-D2F78EC0C234}" type="parTrans" cxnId="{057200FD-0B20-4E47-B01B-68593D3206B8}">
      <dgm:prSet/>
      <dgm:spPr/>
      <dgm:t>
        <a:bodyPr/>
        <a:lstStyle/>
        <a:p>
          <a:endParaRPr lang="en-US"/>
        </a:p>
      </dgm:t>
    </dgm:pt>
    <dgm:pt modelId="{0C5BA8D6-3596-4458-A745-A0E94BFF173F}" type="sibTrans" cxnId="{057200FD-0B20-4E47-B01B-68593D3206B8}">
      <dgm:prSet/>
      <dgm:spPr/>
      <dgm:t>
        <a:bodyPr/>
        <a:lstStyle/>
        <a:p>
          <a:endParaRPr lang="en-US"/>
        </a:p>
      </dgm:t>
    </dgm:pt>
    <dgm:pt modelId="{6AF38026-A018-48C2-833E-9BFE39D7ADD8}">
      <dgm:prSet/>
      <dgm:spPr/>
      <dgm:t>
        <a:bodyPr/>
        <a:lstStyle/>
        <a:p>
          <a:r>
            <a:rPr lang="en-IN"/>
            <a:t>Authentication implementation, </a:t>
          </a:r>
          <a:endParaRPr lang="en-US"/>
        </a:p>
      </dgm:t>
    </dgm:pt>
    <dgm:pt modelId="{4BD718A9-99AD-46E9-BB04-701BB589BA42}" type="parTrans" cxnId="{73392AF4-7670-401F-B66B-65FC98BBEDB6}">
      <dgm:prSet/>
      <dgm:spPr/>
      <dgm:t>
        <a:bodyPr/>
        <a:lstStyle/>
        <a:p>
          <a:endParaRPr lang="en-US"/>
        </a:p>
      </dgm:t>
    </dgm:pt>
    <dgm:pt modelId="{6376517D-C146-4F60-9D48-80D83A25C70B}" type="sibTrans" cxnId="{73392AF4-7670-401F-B66B-65FC98BBEDB6}">
      <dgm:prSet/>
      <dgm:spPr/>
      <dgm:t>
        <a:bodyPr/>
        <a:lstStyle/>
        <a:p>
          <a:endParaRPr lang="en-US"/>
        </a:p>
      </dgm:t>
    </dgm:pt>
    <dgm:pt modelId="{2D488B0D-20B5-44C0-9728-018AFE9E92B9}">
      <dgm:prSet/>
      <dgm:spPr/>
      <dgm:t>
        <a:bodyPr/>
        <a:lstStyle/>
        <a:p>
          <a:r>
            <a:rPr lang="en-IN"/>
            <a:t>Story archive creation, </a:t>
          </a:r>
          <a:endParaRPr lang="en-US"/>
        </a:p>
      </dgm:t>
    </dgm:pt>
    <dgm:pt modelId="{E5431D97-7818-4337-9759-44CE30EC2551}" type="parTrans" cxnId="{07382E2F-507C-4D97-AA43-6178EBB0EF17}">
      <dgm:prSet/>
      <dgm:spPr/>
      <dgm:t>
        <a:bodyPr/>
        <a:lstStyle/>
        <a:p>
          <a:endParaRPr lang="en-US"/>
        </a:p>
      </dgm:t>
    </dgm:pt>
    <dgm:pt modelId="{1AB29FBF-0255-4065-A5D8-53B1A94E2DED}" type="sibTrans" cxnId="{07382E2F-507C-4D97-AA43-6178EBB0EF17}">
      <dgm:prSet/>
      <dgm:spPr/>
      <dgm:t>
        <a:bodyPr/>
        <a:lstStyle/>
        <a:p>
          <a:endParaRPr lang="en-US"/>
        </a:p>
      </dgm:t>
    </dgm:pt>
    <dgm:pt modelId="{2E6AA007-14BD-4B05-BB23-8F6B76D37EFB}">
      <dgm:prSet/>
      <dgm:spPr/>
      <dgm:t>
        <a:bodyPr/>
        <a:lstStyle/>
        <a:p>
          <a:r>
            <a:rPr lang="en-IN"/>
            <a:t>AI module integration, </a:t>
          </a:r>
          <a:endParaRPr lang="en-US"/>
        </a:p>
      </dgm:t>
    </dgm:pt>
    <dgm:pt modelId="{6D33D82B-DAD2-4932-B6FC-6FA8DB4F4C48}" type="parTrans" cxnId="{A9C76494-FDA7-4BF1-9987-2C55D9DA9E2F}">
      <dgm:prSet/>
      <dgm:spPr/>
      <dgm:t>
        <a:bodyPr/>
        <a:lstStyle/>
        <a:p>
          <a:endParaRPr lang="en-US"/>
        </a:p>
      </dgm:t>
    </dgm:pt>
    <dgm:pt modelId="{9EBEA1A8-25B8-440D-B914-60A062F4CC10}" type="sibTrans" cxnId="{A9C76494-FDA7-4BF1-9987-2C55D9DA9E2F}">
      <dgm:prSet/>
      <dgm:spPr/>
      <dgm:t>
        <a:bodyPr/>
        <a:lstStyle/>
        <a:p>
          <a:endParaRPr lang="en-US"/>
        </a:p>
      </dgm:t>
    </dgm:pt>
    <dgm:pt modelId="{CFAA38D9-D2B3-4341-9439-158F8B45AC0D}">
      <dgm:prSet/>
      <dgm:spPr/>
      <dgm:t>
        <a:bodyPr/>
        <a:lstStyle/>
        <a:p>
          <a:r>
            <a:rPr lang="en-IN"/>
            <a:t>Dashboard development. </a:t>
          </a:r>
          <a:endParaRPr lang="en-US"/>
        </a:p>
      </dgm:t>
    </dgm:pt>
    <dgm:pt modelId="{1DAC52D0-7810-4956-B2E2-20B5E3E36852}" type="parTrans" cxnId="{0400107F-EB95-4947-9D48-31962016A46E}">
      <dgm:prSet/>
      <dgm:spPr/>
      <dgm:t>
        <a:bodyPr/>
        <a:lstStyle/>
        <a:p>
          <a:endParaRPr lang="en-US"/>
        </a:p>
      </dgm:t>
    </dgm:pt>
    <dgm:pt modelId="{DA3B0281-7100-42AF-AAC9-5B41BB1CBD08}" type="sibTrans" cxnId="{0400107F-EB95-4947-9D48-31962016A46E}">
      <dgm:prSet/>
      <dgm:spPr/>
      <dgm:t>
        <a:bodyPr/>
        <a:lstStyle/>
        <a:p>
          <a:endParaRPr lang="en-US"/>
        </a:p>
      </dgm:t>
    </dgm:pt>
    <dgm:pt modelId="{3CF77C5F-2790-4B97-9134-F914F4F07D02}">
      <dgm:prSet/>
      <dgm:spPr/>
      <dgm:t>
        <a:bodyPr/>
        <a:lstStyle/>
        <a:p>
          <a:r>
            <a:rPr lang="en-IN" b="1"/>
            <a:t>Stage 4: Testing</a:t>
          </a:r>
          <a:endParaRPr lang="en-US"/>
        </a:p>
      </dgm:t>
    </dgm:pt>
    <dgm:pt modelId="{0C3484A7-7122-45E6-BC5A-BD441D875221}" type="parTrans" cxnId="{CCE51E0B-1C8C-4F94-AF7D-EF72A02D8BCB}">
      <dgm:prSet/>
      <dgm:spPr/>
      <dgm:t>
        <a:bodyPr/>
        <a:lstStyle/>
        <a:p>
          <a:endParaRPr lang="en-US"/>
        </a:p>
      </dgm:t>
    </dgm:pt>
    <dgm:pt modelId="{528D1125-2A0E-46B6-A726-A37DF716EE5B}" type="sibTrans" cxnId="{CCE51E0B-1C8C-4F94-AF7D-EF72A02D8BCB}">
      <dgm:prSet/>
      <dgm:spPr/>
      <dgm:t>
        <a:bodyPr/>
        <a:lstStyle/>
        <a:p>
          <a:endParaRPr lang="en-US"/>
        </a:p>
      </dgm:t>
    </dgm:pt>
    <dgm:pt modelId="{CFB62BA5-E276-4756-98F5-5C799315DB70}">
      <dgm:prSet/>
      <dgm:spPr/>
      <dgm:t>
        <a:bodyPr/>
        <a:lstStyle/>
        <a:p>
          <a:r>
            <a:rPr lang="en-IN"/>
            <a:t>Testing involved:</a:t>
          </a:r>
          <a:endParaRPr lang="en-US"/>
        </a:p>
      </dgm:t>
    </dgm:pt>
    <dgm:pt modelId="{70ADC7AC-56D0-4AA5-A954-DCCC157623B6}" type="parTrans" cxnId="{B83CC2F9-C8BE-4D54-A2D1-DF4864284860}">
      <dgm:prSet/>
      <dgm:spPr/>
      <dgm:t>
        <a:bodyPr/>
        <a:lstStyle/>
        <a:p>
          <a:endParaRPr lang="en-US"/>
        </a:p>
      </dgm:t>
    </dgm:pt>
    <dgm:pt modelId="{55B6363E-C0B8-4AAA-8289-656857CD0AA4}" type="sibTrans" cxnId="{B83CC2F9-C8BE-4D54-A2D1-DF4864284860}">
      <dgm:prSet/>
      <dgm:spPr/>
      <dgm:t>
        <a:bodyPr/>
        <a:lstStyle/>
        <a:p>
          <a:endParaRPr lang="en-US"/>
        </a:p>
      </dgm:t>
    </dgm:pt>
    <dgm:pt modelId="{93E64F59-7CA8-46C6-B139-A9ED3E7D7DDD}">
      <dgm:prSet/>
      <dgm:spPr/>
      <dgm:t>
        <a:bodyPr/>
        <a:lstStyle/>
        <a:p>
          <a:r>
            <a:rPr lang="en-IN"/>
            <a:t>Functional Testing, </a:t>
          </a:r>
          <a:endParaRPr lang="en-US"/>
        </a:p>
      </dgm:t>
    </dgm:pt>
    <dgm:pt modelId="{FC974BD7-3627-4BBC-AED2-92ADBC7DD8B7}" type="parTrans" cxnId="{B9E5F48B-8F1E-4A96-9F88-59F46BD21F8C}">
      <dgm:prSet/>
      <dgm:spPr/>
      <dgm:t>
        <a:bodyPr/>
        <a:lstStyle/>
        <a:p>
          <a:endParaRPr lang="en-US"/>
        </a:p>
      </dgm:t>
    </dgm:pt>
    <dgm:pt modelId="{F699DBB0-A5E2-4D9F-B2F5-864394E9BC9E}" type="sibTrans" cxnId="{B9E5F48B-8F1E-4A96-9F88-59F46BD21F8C}">
      <dgm:prSet/>
      <dgm:spPr/>
      <dgm:t>
        <a:bodyPr/>
        <a:lstStyle/>
        <a:p>
          <a:endParaRPr lang="en-US"/>
        </a:p>
      </dgm:t>
    </dgm:pt>
    <dgm:pt modelId="{797A198F-FC04-4F58-BA36-C4982AD2EE2B}">
      <dgm:prSet/>
      <dgm:spPr/>
      <dgm:t>
        <a:bodyPr/>
        <a:lstStyle/>
        <a:p>
          <a:r>
            <a:rPr lang="en-IN"/>
            <a:t>Integration Testing.</a:t>
          </a:r>
          <a:endParaRPr lang="en-US"/>
        </a:p>
      </dgm:t>
    </dgm:pt>
    <dgm:pt modelId="{E6FD6230-6F42-4F91-A8D1-D583BA7A5BE2}" type="parTrans" cxnId="{F9B6FAD2-3413-462D-9B1A-52DBA9D52490}">
      <dgm:prSet/>
      <dgm:spPr/>
      <dgm:t>
        <a:bodyPr/>
        <a:lstStyle/>
        <a:p>
          <a:endParaRPr lang="en-US"/>
        </a:p>
      </dgm:t>
    </dgm:pt>
    <dgm:pt modelId="{4E8B8569-CFA4-45BD-ADC6-6CCBC764E685}" type="sibTrans" cxnId="{F9B6FAD2-3413-462D-9B1A-52DBA9D52490}">
      <dgm:prSet/>
      <dgm:spPr/>
      <dgm:t>
        <a:bodyPr/>
        <a:lstStyle/>
        <a:p>
          <a:endParaRPr lang="en-US"/>
        </a:p>
      </dgm:t>
    </dgm:pt>
    <dgm:pt modelId="{7B9DBC51-5188-4406-B37A-81DA2A84F1B0}">
      <dgm:prSet/>
      <dgm:spPr/>
      <dgm:t>
        <a:bodyPr/>
        <a:lstStyle/>
        <a:p>
          <a:r>
            <a:rPr lang="en-IN" b="1"/>
            <a:t>Stage 5: Deployment</a:t>
          </a:r>
          <a:endParaRPr lang="en-US"/>
        </a:p>
      </dgm:t>
    </dgm:pt>
    <dgm:pt modelId="{1DC79B7A-AD71-4F0E-B98B-077C3404BF22}" type="parTrans" cxnId="{11750958-80FA-4D47-A045-55433C6D084A}">
      <dgm:prSet/>
      <dgm:spPr/>
      <dgm:t>
        <a:bodyPr/>
        <a:lstStyle/>
        <a:p>
          <a:endParaRPr lang="en-US"/>
        </a:p>
      </dgm:t>
    </dgm:pt>
    <dgm:pt modelId="{BE619F4F-100F-46CE-83BE-ED60435F327D}" type="sibTrans" cxnId="{11750958-80FA-4D47-A045-55433C6D084A}">
      <dgm:prSet/>
      <dgm:spPr/>
      <dgm:t>
        <a:bodyPr/>
        <a:lstStyle/>
        <a:p>
          <a:endParaRPr lang="en-US"/>
        </a:p>
      </dgm:t>
    </dgm:pt>
    <dgm:pt modelId="{93EC5578-152E-4270-9D0D-422CFD935440}">
      <dgm:prSet/>
      <dgm:spPr/>
      <dgm:t>
        <a:bodyPr/>
        <a:lstStyle/>
        <a:p>
          <a:r>
            <a:rPr lang="en-IN"/>
            <a:t>The completed application was deployed using cloud hosting services to ensure accessibility and scalability.</a:t>
          </a:r>
          <a:endParaRPr lang="en-US"/>
        </a:p>
      </dgm:t>
    </dgm:pt>
    <dgm:pt modelId="{1AF31277-5014-48F2-A67A-B4B47E4304DA}" type="parTrans" cxnId="{BEC24347-EF6C-4E18-9FC8-5F066444F978}">
      <dgm:prSet/>
      <dgm:spPr/>
      <dgm:t>
        <a:bodyPr/>
        <a:lstStyle/>
        <a:p>
          <a:endParaRPr lang="en-US"/>
        </a:p>
      </dgm:t>
    </dgm:pt>
    <dgm:pt modelId="{E2F0DE78-2766-44D6-8B59-A911290F2CCB}" type="sibTrans" cxnId="{BEC24347-EF6C-4E18-9FC8-5F066444F978}">
      <dgm:prSet/>
      <dgm:spPr/>
      <dgm:t>
        <a:bodyPr/>
        <a:lstStyle/>
        <a:p>
          <a:endParaRPr lang="en-US"/>
        </a:p>
      </dgm:t>
    </dgm:pt>
    <dgm:pt modelId="{8F55B15D-F1A8-424F-B44D-542BBC35D69D}" type="pres">
      <dgm:prSet presAssocID="{0F6257F7-7909-413B-A40B-0213A7E47D55}" presName="diagram" presStyleCnt="0">
        <dgm:presLayoutVars>
          <dgm:dir/>
          <dgm:resizeHandles val="exact"/>
        </dgm:presLayoutVars>
      </dgm:prSet>
      <dgm:spPr/>
    </dgm:pt>
    <dgm:pt modelId="{22856DD0-DC12-4363-8157-8DC319D9E32A}" type="pres">
      <dgm:prSet presAssocID="{24AF1962-FE93-4F08-AA14-82964C2A2153}" presName="node" presStyleLbl="node1" presStyleIdx="0" presStyleCnt="21">
        <dgm:presLayoutVars>
          <dgm:bulletEnabled val="1"/>
        </dgm:presLayoutVars>
      </dgm:prSet>
      <dgm:spPr/>
    </dgm:pt>
    <dgm:pt modelId="{BF4B0FBC-8289-45D5-A5E7-3247E3313CC6}" type="pres">
      <dgm:prSet presAssocID="{AAE2BC61-92C7-4FCA-8ADF-137EC00E6AEA}" presName="sibTrans" presStyleCnt="0"/>
      <dgm:spPr/>
    </dgm:pt>
    <dgm:pt modelId="{DCA86C29-51C4-40E2-AC26-7A4D54D31C29}" type="pres">
      <dgm:prSet presAssocID="{78E9D0F8-6485-4B79-A8D7-B0D6BDFC2737}" presName="node" presStyleLbl="node1" presStyleIdx="1" presStyleCnt="21">
        <dgm:presLayoutVars>
          <dgm:bulletEnabled val="1"/>
        </dgm:presLayoutVars>
      </dgm:prSet>
      <dgm:spPr/>
    </dgm:pt>
    <dgm:pt modelId="{AB8DDE11-1368-457C-8C9A-BE3A50ACBCF0}" type="pres">
      <dgm:prSet presAssocID="{08095E98-BA62-47F6-B138-919F50E74FC1}" presName="sibTrans" presStyleCnt="0"/>
      <dgm:spPr/>
    </dgm:pt>
    <dgm:pt modelId="{54EBB966-93D8-413B-B9DA-0FB5D7EB8E03}" type="pres">
      <dgm:prSet presAssocID="{09ACAFC3-CDEC-405F-B62D-F3B4721C6EDA}" presName="node" presStyleLbl="node1" presStyleIdx="2" presStyleCnt="21">
        <dgm:presLayoutVars>
          <dgm:bulletEnabled val="1"/>
        </dgm:presLayoutVars>
      </dgm:prSet>
      <dgm:spPr/>
    </dgm:pt>
    <dgm:pt modelId="{C4C36DC3-03D9-4E95-9CCA-D0418B7F8A46}" type="pres">
      <dgm:prSet presAssocID="{7117FD6D-6D8E-4E13-94D9-E70591F09B4F}" presName="sibTrans" presStyleCnt="0"/>
      <dgm:spPr/>
    </dgm:pt>
    <dgm:pt modelId="{9381B29E-BFC8-4BE5-83B7-73E7E2D1E991}" type="pres">
      <dgm:prSet presAssocID="{F65AA5BE-3857-4184-9669-033904F2EDD0}" presName="node" presStyleLbl="node1" presStyleIdx="3" presStyleCnt="21">
        <dgm:presLayoutVars>
          <dgm:bulletEnabled val="1"/>
        </dgm:presLayoutVars>
      </dgm:prSet>
      <dgm:spPr/>
    </dgm:pt>
    <dgm:pt modelId="{A809B1C4-D153-4698-9322-4606B447191F}" type="pres">
      <dgm:prSet presAssocID="{6EF627C6-501A-4C93-BC51-B4F5CFAD4E16}" presName="sibTrans" presStyleCnt="0"/>
      <dgm:spPr/>
    </dgm:pt>
    <dgm:pt modelId="{449D7367-BD45-42F2-ABEF-7E7C28A78DCE}" type="pres">
      <dgm:prSet presAssocID="{3BBF7DF6-03DE-4767-B7A6-56C8496F1648}" presName="node" presStyleLbl="node1" presStyleIdx="4" presStyleCnt="21">
        <dgm:presLayoutVars>
          <dgm:bulletEnabled val="1"/>
        </dgm:presLayoutVars>
      </dgm:prSet>
      <dgm:spPr/>
    </dgm:pt>
    <dgm:pt modelId="{F535EA64-3A8A-4370-863A-CA243C69C3FA}" type="pres">
      <dgm:prSet presAssocID="{E44F9C63-97CB-4C33-B4E3-2051C036C0E5}" presName="sibTrans" presStyleCnt="0"/>
      <dgm:spPr/>
    </dgm:pt>
    <dgm:pt modelId="{A9EF3D9B-E77B-4FA2-83EF-A6D388C0D8EA}" type="pres">
      <dgm:prSet presAssocID="{FDA44225-97E7-4A3B-A907-11DB11733281}" presName="node" presStyleLbl="node1" presStyleIdx="5" presStyleCnt="21">
        <dgm:presLayoutVars>
          <dgm:bulletEnabled val="1"/>
        </dgm:presLayoutVars>
      </dgm:prSet>
      <dgm:spPr/>
    </dgm:pt>
    <dgm:pt modelId="{676F6D80-98B0-4A94-BBC0-73F74B508209}" type="pres">
      <dgm:prSet presAssocID="{289E3A9D-A4FC-42BD-A69E-21EE20122680}" presName="sibTrans" presStyleCnt="0"/>
      <dgm:spPr/>
    </dgm:pt>
    <dgm:pt modelId="{030E2F0F-DCE0-43F0-A17E-7565292DF559}" type="pres">
      <dgm:prSet presAssocID="{9B19FFCA-1563-48D4-94D6-678AFEEC66C1}" presName="node" presStyleLbl="node1" presStyleIdx="6" presStyleCnt="21">
        <dgm:presLayoutVars>
          <dgm:bulletEnabled val="1"/>
        </dgm:presLayoutVars>
      </dgm:prSet>
      <dgm:spPr/>
    </dgm:pt>
    <dgm:pt modelId="{D17EEC21-4E29-4149-A126-479E1D5D831C}" type="pres">
      <dgm:prSet presAssocID="{7925C154-F04E-4CC9-9154-F330955032EE}" presName="sibTrans" presStyleCnt="0"/>
      <dgm:spPr/>
    </dgm:pt>
    <dgm:pt modelId="{D7D5B918-9495-49EA-B7AD-3271B2786DD1}" type="pres">
      <dgm:prSet presAssocID="{074582F0-4E68-4D0C-9CDB-0C62A426D3D5}" presName="node" presStyleLbl="node1" presStyleIdx="7" presStyleCnt="21">
        <dgm:presLayoutVars>
          <dgm:bulletEnabled val="1"/>
        </dgm:presLayoutVars>
      </dgm:prSet>
      <dgm:spPr/>
    </dgm:pt>
    <dgm:pt modelId="{0B7655C5-9B34-42F6-9FB2-952543015D70}" type="pres">
      <dgm:prSet presAssocID="{FD08649D-55B6-4A5F-9CEB-B6F7943E2E4B}" presName="sibTrans" presStyleCnt="0"/>
      <dgm:spPr/>
    </dgm:pt>
    <dgm:pt modelId="{2CAF52CF-4968-4F69-81F3-3652128633A9}" type="pres">
      <dgm:prSet presAssocID="{9008F809-5EF9-426F-8369-64F0929C4EC1}" presName="node" presStyleLbl="node1" presStyleIdx="8" presStyleCnt="21">
        <dgm:presLayoutVars>
          <dgm:bulletEnabled val="1"/>
        </dgm:presLayoutVars>
      </dgm:prSet>
      <dgm:spPr/>
    </dgm:pt>
    <dgm:pt modelId="{883A31B1-E1D5-41E7-94C7-8110094741EF}" type="pres">
      <dgm:prSet presAssocID="{952737C4-FD64-4426-8B47-68C7032CA17B}" presName="sibTrans" presStyleCnt="0"/>
      <dgm:spPr/>
    </dgm:pt>
    <dgm:pt modelId="{5F101E51-47AF-415F-9ADE-51A5C77423F2}" type="pres">
      <dgm:prSet presAssocID="{5300734B-093F-45DA-A47B-B0A7810B1201}" presName="node" presStyleLbl="node1" presStyleIdx="9" presStyleCnt="21">
        <dgm:presLayoutVars>
          <dgm:bulletEnabled val="1"/>
        </dgm:presLayoutVars>
      </dgm:prSet>
      <dgm:spPr/>
    </dgm:pt>
    <dgm:pt modelId="{0AE72261-CF36-453C-9AD7-158DEE94DB6E}" type="pres">
      <dgm:prSet presAssocID="{F21757AC-CE31-4A92-82BA-B1DF524C064E}" presName="sibTrans" presStyleCnt="0"/>
      <dgm:spPr/>
    </dgm:pt>
    <dgm:pt modelId="{AB65B66F-E15C-4542-A04D-732240980879}" type="pres">
      <dgm:prSet presAssocID="{8050CCA1-2D59-40C0-8D2D-216411EF240B}" presName="node" presStyleLbl="node1" presStyleIdx="10" presStyleCnt="21">
        <dgm:presLayoutVars>
          <dgm:bulletEnabled val="1"/>
        </dgm:presLayoutVars>
      </dgm:prSet>
      <dgm:spPr/>
    </dgm:pt>
    <dgm:pt modelId="{D4279BE4-F320-4F3D-B464-BC53A39E1438}" type="pres">
      <dgm:prSet presAssocID="{733965D6-E042-4D1A-8DF0-3DA007763679}" presName="sibTrans" presStyleCnt="0"/>
      <dgm:spPr/>
    </dgm:pt>
    <dgm:pt modelId="{50B2DA3E-A4F2-49EE-870F-0AFFC2C75687}" type="pres">
      <dgm:prSet presAssocID="{8C0F588D-D378-49E9-BEA9-54D588D38041}" presName="node" presStyleLbl="node1" presStyleIdx="11" presStyleCnt="21">
        <dgm:presLayoutVars>
          <dgm:bulletEnabled val="1"/>
        </dgm:presLayoutVars>
      </dgm:prSet>
      <dgm:spPr/>
    </dgm:pt>
    <dgm:pt modelId="{D47C1CF2-8704-44DB-A0CD-D58A7056C263}" type="pres">
      <dgm:prSet presAssocID="{494E6F13-E4E5-4C96-A37E-EFD66A4C0E91}" presName="sibTrans" presStyleCnt="0"/>
      <dgm:spPr/>
    </dgm:pt>
    <dgm:pt modelId="{8D3949CF-EB68-40A2-96E3-5585C8EA9327}" type="pres">
      <dgm:prSet presAssocID="{E5D32472-079C-4074-A14B-587F9BDB3034}" presName="node" presStyleLbl="node1" presStyleIdx="12" presStyleCnt="21">
        <dgm:presLayoutVars>
          <dgm:bulletEnabled val="1"/>
        </dgm:presLayoutVars>
      </dgm:prSet>
      <dgm:spPr/>
    </dgm:pt>
    <dgm:pt modelId="{704ABCB4-1A6D-4FA7-901B-BB44947BA85E}" type="pres">
      <dgm:prSet presAssocID="{4E4776F4-72BA-4B72-8259-D6E80D62A67B}" presName="sibTrans" presStyleCnt="0"/>
      <dgm:spPr/>
    </dgm:pt>
    <dgm:pt modelId="{A5E14231-C902-4E5A-9FD8-CE05BAF68387}" type="pres">
      <dgm:prSet presAssocID="{4E51E8C9-4606-4859-80A4-CAC17B480021}" presName="node" presStyleLbl="node1" presStyleIdx="13" presStyleCnt="21">
        <dgm:presLayoutVars>
          <dgm:bulletEnabled val="1"/>
        </dgm:presLayoutVars>
      </dgm:prSet>
      <dgm:spPr/>
    </dgm:pt>
    <dgm:pt modelId="{89544E98-2A21-4D22-A8FE-FAB0D92D5628}" type="pres">
      <dgm:prSet presAssocID="{FD480EE7-D3CA-4CCE-9F4C-08DAC18B48EE}" presName="sibTrans" presStyleCnt="0"/>
      <dgm:spPr/>
    </dgm:pt>
    <dgm:pt modelId="{2E6121C2-FBEA-444C-A35A-0AC55BDB1F58}" type="pres">
      <dgm:prSet presAssocID="{F1790656-2CD1-4575-B0EC-87871B2619B4}" presName="node" presStyleLbl="node1" presStyleIdx="14" presStyleCnt="21">
        <dgm:presLayoutVars>
          <dgm:bulletEnabled val="1"/>
        </dgm:presLayoutVars>
      </dgm:prSet>
      <dgm:spPr/>
    </dgm:pt>
    <dgm:pt modelId="{25D94F4E-4616-4053-8E67-F3CFB5240866}" type="pres">
      <dgm:prSet presAssocID="{02EFB23E-41B2-4F8F-A69C-79A90F8AFD09}" presName="sibTrans" presStyleCnt="0"/>
      <dgm:spPr/>
    </dgm:pt>
    <dgm:pt modelId="{A0D76DF9-B2CC-4FA5-8B14-B8D3B5316562}" type="pres">
      <dgm:prSet presAssocID="{60B82E0C-2109-44E5-856D-A690B80FEE09}" presName="node" presStyleLbl="node1" presStyleIdx="15" presStyleCnt="21">
        <dgm:presLayoutVars>
          <dgm:bulletEnabled val="1"/>
        </dgm:presLayoutVars>
      </dgm:prSet>
      <dgm:spPr/>
    </dgm:pt>
    <dgm:pt modelId="{10C55550-FB2E-42AC-9B46-400A4D4E6A47}" type="pres">
      <dgm:prSet presAssocID="{0C5BA8D6-3596-4458-A745-A0E94BFF173F}" presName="sibTrans" presStyleCnt="0"/>
      <dgm:spPr/>
    </dgm:pt>
    <dgm:pt modelId="{A28F795E-3B4F-4D71-A72F-59659682941C}" type="pres">
      <dgm:prSet presAssocID="{6AF38026-A018-48C2-833E-9BFE39D7ADD8}" presName="node" presStyleLbl="node1" presStyleIdx="16" presStyleCnt="21">
        <dgm:presLayoutVars>
          <dgm:bulletEnabled val="1"/>
        </dgm:presLayoutVars>
      </dgm:prSet>
      <dgm:spPr/>
    </dgm:pt>
    <dgm:pt modelId="{AE454CD9-314C-45BB-B3B9-5BE18EC92605}" type="pres">
      <dgm:prSet presAssocID="{6376517D-C146-4F60-9D48-80D83A25C70B}" presName="sibTrans" presStyleCnt="0"/>
      <dgm:spPr/>
    </dgm:pt>
    <dgm:pt modelId="{0EA2BD30-CF78-4BDF-A160-345F37763776}" type="pres">
      <dgm:prSet presAssocID="{2D488B0D-20B5-44C0-9728-018AFE9E92B9}" presName="node" presStyleLbl="node1" presStyleIdx="17" presStyleCnt="21">
        <dgm:presLayoutVars>
          <dgm:bulletEnabled val="1"/>
        </dgm:presLayoutVars>
      </dgm:prSet>
      <dgm:spPr/>
    </dgm:pt>
    <dgm:pt modelId="{9DFFD01A-63E5-4D01-A296-C83D62F2C73A}" type="pres">
      <dgm:prSet presAssocID="{1AB29FBF-0255-4065-A5D8-53B1A94E2DED}" presName="sibTrans" presStyleCnt="0"/>
      <dgm:spPr/>
    </dgm:pt>
    <dgm:pt modelId="{3C638920-51D9-435F-94D9-E8DDC86EF757}" type="pres">
      <dgm:prSet presAssocID="{2E6AA007-14BD-4B05-BB23-8F6B76D37EFB}" presName="node" presStyleLbl="node1" presStyleIdx="18" presStyleCnt="21">
        <dgm:presLayoutVars>
          <dgm:bulletEnabled val="1"/>
        </dgm:presLayoutVars>
      </dgm:prSet>
      <dgm:spPr/>
    </dgm:pt>
    <dgm:pt modelId="{47E599B1-4FF0-41B4-8D1E-7A2987FFBBB1}" type="pres">
      <dgm:prSet presAssocID="{9EBEA1A8-25B8-440D-B914-60A062F4CC10}" presName="sibTrans" presStyleCnt="0"/>
      <dgm:spPr/>
    </dgm:pt>
    <dgm:pt modelId="{4D351174-B363-4C44-B663-1C850E3D2847}" type="pres">
      <dgm:prSet presAssocID="{CFAA38D9-D2B3-4341-9439-158F8B45AC0D}" presName="node" presStyleLbl="node1" presStyleIdx="19" presStyleCnt="21">
        <dgm:presLayoutVars>
          <dgm:bulletEnabled val="1"/>
        </dgm:presLayoutVars>
      </dgm:prSet>
      <dgm:spPr/>
    </dgm:pt>
    <dgm:pt modelId="{BCC83D15-E427-4DDF-8CD3-DF7276B9F68A}" type="pres">
      <dgm:prSet presAssocID="{DA3B0281-7100-42AF-AAC9-5B41BB1CBD08}" presName="sibTrans" presStyleCnt="0"/>
      <dgm:spPr/>
    </dgm:pt>
    <dgm:pt modelId="{B24D0841-08E5-4F8F-9947-98E6A05B943B}" type="pres">
      <dgm:prSet presAssocID="{3CF77C5F-2790-4B97-9134-F914F4F07D02}" presName="node" presStyleLbl="node1" presStyleIdx="20" presStyleCnt="21">
        <dgm:presLayoutVars>
          <dgm:bulletEnabled val="1"/>
        </dgm:presLayoutVars>
      </dgm:prSet>
      <dgm:spPr/>
    </dgm:pt>
  </dgm:ptLst>
  <dgm:cxnLst>
    <dgm:cxn modelId="{CCE51E0B-1C8C-4F94-AF7D-EF72A02D8BCB}" srcId="{0F6257F7-7909-413B-A40B-0213A7E47D55}" destId="{3CF77C5F-2790-4B97-9134-F914F4F07D02}" srcOrd="20" destOrd="0" parTransId="{0C3484A7-7122-45E6-BC5A-BD441D875221}" sibTransId="{528D1125-2A0E-46B6-A726-A37DF716EE5B}"/>
    <dgm:cxn modelId="{8FE3AD0D-E6FA-4F6D-BE96-ECC485CE2F1D}" srcId="{0F6257F7-7909-413B-A40B-0213A7E47D55}" destId="{78E9D0F8-6485-4B79-A8D7-B0D6BDFC2737}" srcOrd="1" destOrd="0" parTransId="{1D88067F-F207-46E9-8391-8626E3313224}" sibTransId="{08095E98-BA62-47F6-B138-919F50E74FC1}"/>
    <dgm:cxn modelId="{59145415-E514-4749-9BE3-739227D62B02}" type="presOf" srcId="{F1790656-2CD1-4575-B0EC-87871B2619B4}" destId="{2E6121C2-FBEA-444C-A35A-0AC55BDB1F58}" srcOrd="0" destOrd="0" presId="urn:microsoft.com/office/officeart/2005/8/layout/default"/>
    <dgm:cxn modelId="{7F6F0C1E-18E2-4944-8B65-0AA9DD93FCF0}" srcId="{0F6257F7-7909-413B-A40B-0213A7E47D55}" destId="{9B19FFCA-1563-48D4-94D6-678AFEEC66C1}" srcOrd="6" destOrd="0" parTransId="{B79DABE1-18E6-4161-BAC6-5C6F5B8353DD}" sibTransId="{7925C154-F04E-4CC9-9154-F330955032EE}"/>
    <dgm:cxn modelId="{3FDD7C20-8DCF-4D8E-9A73-9B92239B2210}" type="presOf" srcId="{6AF38026-A018-48C2-833E-9BFE39D7ADD8}" destId="{A28F795E-3B4F-4D71-A72F-59659682941C}" srcOrd="0" destOrd="0" presId="urn:microsoft.com/office/officeart/2005/8/layout/default"/>
    <dgm:cxn modelId="{FFAEE122-2950-409C-BC10-C4829A6CE515}" type="presOf" srcId="{4E51E8C9-4606-4859-80A4-CAC17B480021}" destId="{A5E14231-C902-4E5A-9FD8-CE05BAF68387}" srcOrd="0" destOrd="0" presId="urn:microsoft.com/office/officeart/2005/8/layout/default"/>
    <dgm:cxn modelId="{5E28A323-E62A-46EE-A9A5-2CBC5EA58569}" type="presOf" srcId="{CFB62BA5-E276-4756-98F5-5C799315DB70}" destId="{B24D0841-08E5-4F8F-9947-98E6A05B943B}" srcOrd="0" destOrd="1" presId="urn:microsoft.com/office/officeart/2005/8/layout/default"/>
    <dgm:cxn modelId="{73EF2D2C-100B-4B21-8D9F-95B573CC8CA4}" srcId="{0F6257F7-7909-413B-A40B-0213A7E47D55}" destId="{09ACAFC3-CDEC-405F-B62D-F3B4721C6EDA}" srcOrd="2" destOrd="0" parTransId="{4E587FEC-828D-48AB-8A78-971815ECA908}" sibTransId="{7117FD6D-6D8E-4E13-94D9-E70591F09B4F}"/>
    <dgm:cxn modelId="{07382E2F-507C-4D97-AA43-6178EBB0EF17}" srcId="{0F6257F7-7909-413B-A40B-0213A7E47D55}" destId="{2D488B0D-20B5-44C0-9728-018AFE9E92B9}" srcOrd="17" destOrd="0" parTransId="{E5431D97-7818-4337-9759-44CE30EC2551}" sibTransId="{1AB29FBF-0255-4065-A5D8-53B1A94E2DED}"/>
    <dgm:cxn modelId="{B6FA7834-9E9B-4BAB-821C-0D5BB8F21BB7}" type="presOf" srcId="{78E9D0F8-6485-4B79-A8D7-B0D6BDFC2737}" destId="{DCA86C29-51C4-40E2-AC26-7A4D54D31C29}" srcOrd="0" destOrd="0" presId="urn:microsoft.com/office/officeart/2005/8/layout/default"/>
    <dgm:cxn modelId="{DFED043B-ABA4-4E79-BC28-05B8DD23895B}" type="presOf" srcId="{60B82E0C-2109-44E5-856D-A690B80FEE09}" destId="{A0D76DF9-B2CC-4FA5-8B14-B8D3B5316562}" srcOrd="0" destOrd="0" presId="urn:microsoft.com/office/officeart/2005/8/layout/default"/>
    <dgm:cxn modelId="{D0388F40-8C1D-43B2-9E85-7D92CD067F0C}" type="presOf" srcId="{F65AA5BE-3857-4184-9669-033904F2EDD0}" destId="{9381B29E-BFC8-4BE5-83B7-73E7E2D1E991}" srcOrd="0" destOrd="0" presId="urn:microsoft.com/office/officeart/2005/8/layout/default"/>
    <dgm:cxn modelId="{E4F6A040-7790-4BDF-8517-D3D0357A699B}" type="presOf" srcId="{9008F809-5EF9-426F-8369-64F0929C4EC1}" destId="{2CAF52CF-4968-4F69-81F3-3652128633A9}" srcOrd="0" destOrd="0" presId="urn:microsoft.com/office/officeart/2005/8/layout/default"/>
    <dgm:cxn modelId="{05D4A45F-2750-48A8-B355-DE63C0F01A6A}" srcId="{0F6257F7-7909-413B-A40B-0213A7E47D55}" destId="{24AF1962-FE93-4F08-AA14-82964C2A2153}" srcOrd="0" destOrd="0" parTransId="{B2AFBC93-0E91-473C-93C3-3D05B5030E30}" sibTransId="{AAE2BC61-92C7-4FCA-8ADF-137EC00E6AEA}"/>
    <dgm:cxn modelId="{936F8863-CD01-40FD-BA2D-F096FCFE4ED0}" srcId="{0F6257F7-7909-413B-A40B-0213A7E47D55}" destId="{8C0F588D-D378-49E9-BEA9-54D588D38041}" srcOrd="11" destOrd="0" parTransId="{A556F19F-771B-49E1-A5AC-BBC46112F307}" sibTransId="{494E6F13-E4E5-4C96-A37E-EFD66A4C0E91}"/>
    <dgm:cxn modelId="{3D6DD063-B2DB-4ED8-8195-9D3665B72FFA}" type="presOf" srcId="{3BBF7DF6-03DE-4767-B7A6-56C8496F1648}" destId="{449D7367-BD45-42F2-ABEF-7E7C28A78DCE}" srcOrd="0" destOrd="0" presId="urn:microsoft.com/office/officeart/2005/8/layout/default"/>
    <dgm:cxn modelId="{33823845-80B2-457F-B0EC-7450668238C4}" type="presOf" srcId="{09ACAFC3-CDEC-405F-B62D-F3B4721C6EDA}" destId="{54EBB966-93D8-413B-B9DA-0FB5D7EB8E03}" srcOrd="0" destOrd="0" presId="urn:microsoft.com/office/officeart/2005/8/layout/default"/>
    <dgm:cxn modelId="{BEC24347-EF6C-4E18-9FC8-5F066444F978}" srcId="{3CF77C5F-2790-4B97-9134-F914F4F07D02}" destId="{93EC5578-152E-4270-9D0D-422CFD935440}" srcOrd="4" destOrd="0" parTransId="{1AF31277-5014-48F2-A67A-B4B47E4304DA}" sibTransId="{E2F0DE78-2766-44D6-8B59-A911290F2CCB}"/>
    <dgm:cxn modelId="{FC6C5548-E806-45C8-8DE5-79EFEFB28BFE}" srcId="{0F6257F7-7909-413B-A40B-0213A7E47D55}" destId="{5300734B-093F-45DA-A47B-B0A7810B1201}" srcOrd="9" destOrd="0" parTransId="{3816FE50-58BE-4047-9552-9031391998EF}" sibTransId="{F21757AC-CE31-4A92-82BA-B1DF524C064E}"/>
    <dgm:cxn modelId="{8BB4A86B-D595-4B7A-B028-1CCE7DBDA88A}" srcId="{0F6257F7-7909-413B-A40B-0213A7E47D55}" destId="{F1790656-2CD1-4575-B0EC-87871B2619B4}" srcOrd="14" destOrd="0" parTransId="{13A94AA1-A78D-4CCA-83DD-85A9ABDC9CB4}" sibTransId="{02EFB23E-41B2-4F8F-A69C-79A90F8AFD09}"/>
    <dgm:cxn modelId="{B2FEE76E-B2F8-4B3E-85DA-E8AF1C5F274A}" type="presOf" srcId="{7B9DBC51-5188-4406-B37A-81DA2A84F1B0}" destId="{B24D0841-08E5-4F8F-9947-98E6A05B943B}" srcOrd="0" destOrd="4" presId="urn:microsoft.com/office/officeart/2005/8/layout/default"/>
    <dgm:cxn modelId="{6D4A8471-8B67-46D6-8F10-065224202D93}" type="presOf" srcId="{9B19FFCA-1563-48D4-94D6-678AFEEC66C1}" destId="{030E2F0F-DCE0-43F0-A17E-7565292DF559}" srcOrd="0" destOrd="0" presId="urn:microsoft.com/office/officeart/2005/8/layout/default"/>
    <dgm:cxn modelId="{48C1A774-0696-4E3F-B307-B34515D00E1F}" type="presOf" srcId="{FDA44225-97E7-4A3B-A907-11DB11733281}" destId="{A9EF3D9B-E77B-4FA2-83EF-A6D388C0D8EA}" srcOrd="0" destOrd="0" presId="urn:microsoft.com/office/officeart/2005/8/layout/default"/>
    <dgm:cxn modelId="{CF5E7876-1D06-401D-BD56-2A025A57585C}" srcId="{0F6257F7-7909-413B-A40B-0213A7E47D55}" destId="{FDA44225-97E7-4A3B-A907-11DB11733281}" srcOrd="5" destOrd="0" parTransId="{EA5135BF-CE49-445A-8A40-AB13C38B936B}" sibTransId="{289E3A9D-A4FC-42BD-A69E-21EE20122680}"/>
    <dgm:cxn modelId="{41793357-51E4-4EA5-AD8B-5B985D0CC0AA}" srcId="{0F6257F7-7909-413B-A40B-0213A7E47D55}" destId="{074582F0-4E68-4D0C-9CDB-0C62A426D3D5}" srcOrd="7" destOrd="0" parTransId="{EBA360BC-ADD8-4716-A6E1-E1E8A75E8306}" sibTransId="{FD08649D-55B6-4A5F-9CEB-B6F7943E2E4B}"/>
    <dgm:cxn modelId="{11750958-80FA-4D47-A045-55433C6D084A}" srcId="{3CF77C5F-2790-4B97-9134-F914F4F07D02}" destId="{7B9DBC51-5188-4406-B37A-81DA2A84F1B0}" srcOrd="3" destOrd="0" parTransId="{1DC79B7A-AD71-4F0E-B98B-077C3404BF22}" sibTransId="{BE619F4F-100F-46CE-83BE-ED60435F327D}"/>
    <dgm:cxn modelId="{FFD3FB5A-50E2-4531-95D8-A847DF0B9411}" srcId="{0F6257F7-7909-413B-A40B-0213A7E47D55}" destId="{9008F809-5EF9-426F-8369-64F0929C4EC1}" srcOrd="8" destOrd="0" parTransId="{4B1F253B-82C9-4638-A9A1-C36FB7AB85F5}" sibTransId="{952737C4-FD64-4426-8B47-68C7032CA17B}"/>
    <dgm:cxn modelId="{0400107F-EB95-4947-9D48-31962016A46E}" srcId="{0F6257F7-7909-413B-A40B-0213A7E47D55}" destId="{CFAA38D9-D2B3-4341-9439-158F8B45AC0D}" srcOrd="19" destOrd="0" parTransId="{1DAC52D0-7810-4956-B2E2-20B5E3E36852}" sibTransId="{DA3B0281-7100-42AF-AAC9-5B41BB1CBD08}"/>
    <dgm:cxn modelId="{67343F80-7BEE-4A8A-8E61-A859185F356D}" srcId="{0F6257F7-7909-413B-A40B-0213A7E47D55}" destId="{F65AA5BE-3857-4184-9669-033904F2EDD0}" srcOrd="3" destOrd="0" parTransId="{93A87297-C01C-40C4-A972-5379912F41CB}" sibTransId="{6EF627C6-501A-4C93-BC51-B4F5CFAD4E16}"/>
    <dgm:cxn modelId="{11225481-919E-4833-BCBD-0D7F9FDF5837}" type="presOf" srcId="{8050CCA1-2D59-40C0-8D2D-216411EF240B}" destId="{AB65B66F-E15C-4542-A04D-732240980879}" srcOrd="0" destOrd="0" presId="urn:microsoft.com/office/officeart/2005/8/layout/default"/>
    <dgm:cxn modelId="{F8613D87-7303-47C3-9022-4E9EA84BB293}" type="presOf" srcId="{3CF77C5F-2790-4B97-9134-F914F4F07D02}" destId="{B24D0841-08E5-4F8F-9947-98E6A05B943B}" srcOrd="0" destOrd="0" presId="urn:microsoft.com/office/officeart/2005/8/layout/default"/>
    <dgm:cxn modelId="{18A8068B-6810-4E7B-BFBC-592A7EC7C3C4}" type="presOf" srcId="{CFAA38D9-D2B3-4341-9439-158F8B45AC0D}" destId="{4D351174-B363-4C44-B663-1C850E3D2847}" srcOrd="0" destOrd="0" presId="urn:microsoft.com/office/officeart/2005/8/layout/default"/>
    <dgm:cxn modelId="{B9E5F48B-8F1E-4A96-9F88-59F46BD21F8C}" srcId="{3CF77C5F-2790-4B97-9134-F914F4F07D02}" destId="{93E64F59-7CA8-46C6-B139-A9ED3E7D7DDD}" srcOrd="1" destOrd="0" parTransId="{FC974BD7-3627-4BBC-AED2-92ADBC7DD8B7}" sibTransId="{F699DBB0-A5E2-4D9F-B2F5-864394E9BC9E}"/>
    <dgm:cxn modelId="{4EDD4991-B642-49AA-9DEA-9506EF738439}" type="presOf" srcId="{797A198F-FC04-4F58-BA36-C4982AD2EE2B}" destId="{B24D0841-08E5-4F8F-9947-98E6A05B943B}" srcOrd="0" destOrd="3" presId="urn:microsoft.com/office/officeart/2005/8/layout/default"/>
    <dgm:cxn modelId="{E9D4AC91-FDF5-4212-BA42-43E034E36C8B}" srcId="{0F6257F7-7909-413B-A40B-0213A7E47D55}" destId="{8050CCA1-2D59-40C0-8D2D-216411EF240B}" srcOrd="10" destOrd="0" parTransId="{DAF01EC1-D3EE-4FF6-A421-9D200515524E}" sibTransId="{733965D6-E042-4D1A-8DF0-3DA007763679}"/>
    <dgm:cxn modelId="{29A98A92-E25B-4932-A2C9-20D14BA7CD32}" type="presOf" srcId="{074582F0-4E68-4D0C-9CDB-0C62A426D3D5}" destId="{D7D5B918-9495-49EA-B7AD-3271B2786DD1}" srcOrd="0" destOrd="0" presId="urn:microsoft.com/office/officeart/2005/8/layout/default"/>
    <dgm:cxn modelId="{7A743893-5AC4-4CA6-8CDA-8A72E5FEF63A}" srcId="{0F6257F7-7909-413B-A40B-0213A7E47D55}" destId="{4E51E8C9-4606-4859-80A4-CAC17B480021}" srcOrd="13" destOrd="0" parTransId="{CD019D58-E5AF-4283-9DB4-8984EDD92185}" sibTransId="{FD480EE7-D3CA-4CCE-9F4C-08DAC18B48EE}"/>
    <dgm:cxn modelId="{A9C76494-FDA7-4BF1-9987-2C55D9DA9E2F}" srcId="{0F6257F7-7909-413B-A40B-0213A7E47D55}" destId="{2E6AA007-14BD-4B05-BB23-8F6B76D37EFB}" srcOrd="18" destOrd="0" parTransId="{6D33D82B-DAD2-4932-B6FC-6FA8DB4F4C48}" sibTransId="{9EBEA1A8-25B8-440D-B914-60A062F4CC10}"/>
    <dgm:cxn modelId="{9C455694-6321-4C4F-BE48-8E0B71473E1E}" type="presOf" srcId="{2E6AA007-14BD-4B05-BB23-8F6B76D37EFB}" destId="{3C638920-51D9-435F-94D9-E8DDC86EF757}" srcOrd="0" destOrd="0" presId="urn:microsoft.com/office/officeart/2005/8/layout/default"/>
    <dgm:cxn modelId="{23451C9B-4974-4129-8D03-5984A5601312}" srcId="{0F6257F7-7909-413B-A40B-0213A7E47D55}" destId="{3BBF7DF6-03DE-4767-B7A6-56C8496F1648}" srcOrd="4" destOrd="0" parTransId="{CE2BB7CE-F445-4F61-A90F-A504AB04BD14}" sibTransId="{E44F9C63-97CB-4C33-B4E3-2051C036C0E5}"/>
    <dgm:cxn modelId="{A9E845A6-CC8A-4FFE-8AF2-6030F281E2C4}" type="presOf" srcId="{5300734B-093F-45DA-A47B-B0A7810B1201}" destId="{5F101E51-47AF-415F-9ADE-51A5C77423F2}" srcOrd="0" destOrd="0" presId="urn:microsoft.com/office/officeart/2005/8/layout/default"/>
    <dgm:cxn modelId="{DB9212AB-7FCA-4A94-AFF7-F8CFC6D66BC4}" type="presOf" srcId="{24AF1962-FE93-4F08-AA14-82964C2A2153}" destId="{22856DD0-DC12-4363-8157-8DC319D9E32A}" srcOrd="0" destOrd="0" presId="urn:microsoft.com/office/officeart/2005/8/layout/default"/>
    <dgm:cxn modelId="{064407B1-6B49-4319-A489-11E6413C1F80}" type="presOf" srcId="{0F6257F7-7909-413B-A40B-0213A7E47D55}" destId="{8F55B15D-F1A8-424F-B44D-542BBC35D69D}" srcOrd="0" destOrd="0" presId="urn:microsoft.com/office/officeart/2005/8/layout/default"/>
    <dgm:cxn modelId="{BFA3B0BD-10FC-45D8-AEE5-9C3E0122AAE2}" type="presOf" srcId="{93EC5578-152E-4270-9D0D-422CFD935440}" destId="{B24D0841-08E5-4F8F-9947-98E6A05B943B}" srcOrd="0" destOrd="5" presId="urn:microsoft.com/office/officeart/2005/8/layout/default"/>
    <dgm:cxn modelId="{9F4D35C3-0144-4B38-B799-C7847862726D}" type="presOf" srcId="{E5D32472-079C-4074-A14B-587F9BDB3034}" destId="{8D3949CF-EB68-40A2-96E3-5585C8EA9327}" srcOrd="0" destOrd="0" presId="urn:microsoft.com/office/officeart/2005/8/layout/default"/>
    <dgm:cxn modelId="{CE43D1D1-C5C8-4454-A5B5-BC4E38827194}" type="presOf" srcId="{2D488B0D-20B5-44C0-9728-018AFE9E92B9}" destId="{0EA2BD30-CF78-4BDF-A160-345F37763776}" srcOrd="0" destOrd="0" presId="urn:microsoft.com/office/officeart/2005/8/layout/default"/>
    <dgm:cxn modelId="{F9B6FAD2-3413-462D-9B1A-52DBA9D52490}" srcId="{3CF77C5F-2790-4B97-9134-F914F4F07D02}" destId="{797A198F-FC04-4F58-BA36-C4982AD2EE2B}" srcOrd="2" destOrd="0" parTransId="{E6FD6230-6F42-4F91-A8D1-D583BA7A5BE2}" sibTransId="{4E8B8569-CFA4-45BD-ADC6-6CCBC764E685}"/>
    <dgm:cxn modelId="{4BB51DE7-70DC-48D2-9021-A453BC807641}" type="presOf" srcId="{8C0F588D-D378-49E9-BEA9-54D588D38041}" destId="{50B2DA3E-A4F2-49EE-870F-0AFFC2C75687}" srcOrd="0" destOrd="0" presId="urn:microsoft.com/office/officeart/2005/8/layout/default"/>
    <dgm:cxn modelId="{DA2189EA-3E20-4F29-9FB3-A0A018A151F2}" srcId="{0F6257F7-7909-413B-A40B-0213A7E47D55}" destId="{E5D32472-079C-4074-A14B-587F9BDB3034}" srcOrd="12" destOrd="0" parTransId="{16D4BFC7-73E9-4F55-86E3-CFC32EB60286}" sibTransId="{4E4776F4-72BA-4B72-8259-D6E80D62A67B}"/>
    <dgm:cxn modelId="{E17785EF-DDBF-4038-85B9-3685F2C08A6B}" type="presOf" srcId="{93E64F59-7CA8-46C6-B139-A9ED3E7D7DDD}" destId="{B24D0841-08E5-4F8F-9947-98E6A05B943B}" srcOrd="0" destOrd="2" presId="urn:microsoft.com/office/officeart/2005/8/layout/default"/>
    <dgm:cxn modelId="{73392AF4-7670-401F-B66B-65FC98BBEDB6}" srcId="{0F6257F7-7909-413B-A40B-0213A7E47D55}" destId="{6AF38026-A018-48C2-833E-9BFE39D7ADD8}" srcOrd="16" destOrd="0" parTransId="{4BD718A9-99AD-46E9-BB04-701BB589BA42}" sibTransId="{6376517D-C146-4F60-9D48-80D83A25C70B}"/>
    <dgm:cxn modelId="{B83CC2F9-C8BE-4D54-A2D1-DF4864284860}" srcId="{3CF77C5F-2790-4B97-9134-F914F4F07D02}" destId="{CFB62BA5-E276-4756-98F5-5C799315DB70}" srcOrd="0" destOrd="0" parTransId="{70ADC7AC-56D0-4AA5-A954-DCCC157623B6}" sibTransId="{55B6363E-C0B8-4AAA-8289-656857CD0AA4}"/>
    <dgm:cxn modelId="{057200FD-0B20-4E47-B01B-68593D3206B8}" srcId="{0F6257F7-7909-413B-A40B-0213A7E47D55}" destId="{60B82E0C-2109-44E5-856D-A690B80FEE09}" srcOrd="15" destOrd="0" parTransId="{A679C0FF-FC4F-4F0A-BE82-D2F78EC0C234}" sibTransId="{0C5BA8D6-3596-4458-A745-A0E94BFF173F}"/>
    <dgm:cxn modelId="{415A16D8-BC6C-419B-BB42-982D5D2F33F1}" type="presParOf" srcId="{8F55B15D-F1A8-424F-B44D-542BBC35D69D}" destId="{22856DD0-DC12-4363-8157-8DC319D9E32A}" srcOrd="0" destOrd="0" presId="urn:microsoft.com/office/officeart/2005/8/layout/default"/>
    <dgm:cxn modelId="{3932BC3D-2E27-4E99-8683-AB61829AB644}" type="presParOf" srcId="{8F55B15D-F1A8-424F-B44D-542BBC35D69D}" destId="{BF4B0FBC-8289-45D5-A5E7-3247E3313CC6}" srcOrd="1" destOrd="0" presId="urn:microsoft.com/office/officeart/2005/8/layout/default"/>
    <dgm:cxn modelId="{C649058B-CD7C-47FC-9FC8-4857F26E14F9}" type="presParOf" srcId="{8F55B15D-F1A8-424F-B44D-542BBC35D69D}" destId="{DCA86C29-51C4-40E2-AC26-7A4D54D31C29}" srcOrd="2" destOrd="0" presId="urn:microsoft.com/office/officeart/2005/8/layout/default"/>
    <dgm:cxn modelId="{C0C665F6-9198-4F4D-9937-A747D90B8DBF}" type="presParOf" srcId="{8F55B15D-F1A8-424F-B44D-542BBC35D69D}" destId="{AB8DDE11-1368-457C-8C9A-BE3A50ACBCF0}" srcOrd="3" destOrd="0" presId="urn:microsoft.com/office/officeart/2005/8/layout/default"/>
    <dgm:cxn modelId="{DDA05E34-0A21-427B-9D8B-AFD45CA73849}" type="presParOf" srcId="{8F55B15D-F1A8-424F-B44D-542BBC35D69D}" destId="{54EBB966-93D8-413B-B9DA-0FB5D7EB8E03}" srcOrd="4" destOrd="0" presId="urn:microsoft.com/office/officeart/2005/8/layout/default"/>
    <dgm:cxn modelId="{E330262F-3199-45B6-AC42-99C2B7982DC4}" type="presParOf" srcId="{8F55B15D-F1A8-424F-B44D-542BBC35D69D}" destId="{C4C36DC3-03D9-4E95-9CCA-D0418B7F8A46}" srcOrd="5" destOrd="0" presId="urn:microsoft.com/office/officeart/2005/8/layout/default"/>
    <dgm:cxn modelId="{E178EA23-FF28-4411-BB11-4D92FEB1E923}" type="presParOf" srcId="{8F55B15D-F1A8-424F-B44D-542BBC35D69D}" destId="{9381B29E-BFC8-4BE5-83B7-73E7E2D1E991}" srcOrd="6" destOrd="0" presId="urn:microsoft.com/office/officeart/2005/8/layout/default"/>
    <dgm:cxn modelId="{6A2A8A78-1BA2-4D6B-A8F9-AC1018DE9F6B}" type="presParOf" srcId="{8F55B15D-F1A8-424F-B44D-542BBC35D69D}" destId="{A809B1C4-D153-4698-9322-4606B447191F}" srcOrd="7" destOrd="0" presId="urn:microsoft.com/office/officeart/2005/8/layout/default"/>
    <dgm:cxn modelId="{A70FB694-AF30-49E7-B8A1-1F57BD85ADB8}" type="presParOf" srcId="{8F55B15D-F1A8-424F-B44D-542BBC35D69D}" destId="{449D7367-BD45-42F2-ABEF-7E7C28A78DCE}" srcOrd="8" destOrd="0" presId="urn:microsoft.com/office/officeart/2005/8/layout/default"/>
    <dgm:cxn modelId="{A871A82E-8D81-4535-8A48-2E6A143DBA08}" type="presParOf" srcId="{8F55B15D-F1A8-424F-B44D-542BBC35D69D}" destId="{F535EA64-3A8A-4370-863A-CA243C69C3FA}" srcOrd="9" destOrd="0" presId="urn:microsoft.com/office/officeart/2005/8/layout/default"/>
    <dgm:cxn modelId="{37CFA92F-8E49-427F-BE26-12427E1BE3C2}" type="presParOf" srcId="{8F55B15D-F1A8-424F-B44D-542BBC35D69D}" destId="{A9EF3D9B-E77B-4FA2-83EF-A6D388C0D8EA}" srcOrd="10" destOrd="0" presId="urn:microsoft.com/office/officeart/2005/8/layout/default"/>
    <dgm:cxn modelId="{D583F6CA-275E-45C3-BAB8-5F1769B5D8CD}" type="presParOf" srcId="{8F55B15D-F1A8-424F-B44D-542BBC35D69D}" destId="{676F6D80-98B0-4A94-BBC0-73F74B508209}" srcOrd="11" destOrd="0" presId="urn:microsoft.com/office/officeart/2005/8/layout/default"/>
    <dgm:cxn modelId="{FADD4328-928C-4EF4-90D5-0C126AE5DF2C}" type="presParOf" srcId="{8F55B15D-F1A8-424F-B44D-542BBC35D69D}" destId="{030E2F0F-DCE0-43F0-A17E-7565292DF559}" srcOrd="12" destOrd="0" presId="urn:microsoft.com/office/officeart/2005/8/layout/default"/>
    <dgm:cxn modelId="{DD4A3172-F955-4B00-9C46-64E7B3C32DB3}" type="presParOf" srcId="{8F55B15D-F1A8-424F-B44D-542BBC35D69D}" destId="{D17EEC21-4E29-4149-A126-479E1D5D831C}" srcOrd="13" destOrd="0" presId="urn:microsoft.com/office/officeart/2005/8/layout/default"/>
    <dgm:cxn modelId="{A940695F-A470-4ADC-82EF-9CE715F1820C}" type="presParOf" srcId="{8F55B15D-F1A8-424F-B44D-542BBC35D69D}" destId="{D7D5B918-9495-49EA-B7AD-3271B2786DD1}" srcOrd="14" destOrd="0" presId="urn:microsoft.com/office/officeart/2005/8/layout/default"/>
    <dgm:cxn modelId="{E5219A4F-F5ED-4CB2-98EE-A2A16F5BBD28}" type="presParOf" srcId="{8F55B15D-F1A8-424F-B44D-542BBC35D69D}" destId="{0B7655C5-9B34-42F6-9FB2-952543015D70}" srcOrd="15" destOrd="0" presId="urn:microsoft.com/office/officeart/2005/8/layout/default"/>
    <dgm:cxn modelId="{AEB16B31-6097-4F94-9EAC-0384AB358FC3}" type="presParOf" srcId="{8F55B15D-F1A8-424F-B44D-542BBC35D69D}" destId="{2CAF52CF-4968-4F69-81F3-3652128633A9}" srcOrd="16" destOrd="0" presId="urn:microsoft.com/office/officeart/2005/8/layout/default"/>
    <dgm:cxn modelId="{7FE2E29A-A653-4198-A0B2-35BA4271BF25}" type="presParOf" srcId="{8F55B15D-F1A8-424F-B44D-542BBC35D69D}" destId="{883A31B1-E1D5-41E7-94C7-8110094741EF}" srcOrd="17" destOrd="0" presId="urn:microsoft.com/office/officeart/2005/8/layout/default"/>
    <dgm:cxn modelId="{53546344-ADCC-42A2-BBA9-89945DC78AE8}" type="presParOf" srcId="{8F55B15D-F1A8-424F-B44D-542BBC35D69D}" destId="{5F101E51-47AF-415F-9ADE-51A5C77423F2}" srcOrd="18" destOrd="0" presId="urn:microsoft.com/office/officeart/2005/8/layout/default"/>
    <dgm:cxn modelId="{D81462DB-3421-4282-B590-EC576EFFD381}" type="presParOf" srcId="{8F55B15D-F1A8-424F-B44D-542BBC35D69D}" destId="{0AE72261-CF36-453C-9AD7-158DEE94DB6E}" srcOrd="19" destOrd="0" presId="urn:microsoft.com/office/officeart/2005/8/layout/default"/>
    <dgm:cxn modelId="{FD2E2736-E009-40A5-905F-610D28FC754F}" type="presParOf" srcId="{8F55B15D-F1A8-424F-B44D-542BBC35D69D}" destId="{AB65B66F-E15C-4542-A04D-732240980879}" srcOrd="20" destOrd="0" presId="urn:microsoft.com/office/officeart/2005/8/layout/default"/>
    <dgm:cxn modelId="{47AC570A-C33F-43B3-AE88-38AE708F76BB}" type="presParOf" srcId="{8F55B15D-F1A8-424F-B44D-542BBC35D69D}" destId="{D4279BE4-F320-4F3D-B464-BC53A39E1438}" srcOrd="21" destOrd="0" presId="urn:microsoft.com/office/officeart/2005/8/layout/default"/>
    <dgm:cxn modelId="{AE90FF15-46E1-4C63-83DB-EEFEC7E6C6B0}" type="presParOf" srcId="{8F55B15D-F1A8-424F-B44D-542BBC35D69D}" destId="{50B2DA3E-A4F2-49EE-870F-0AFFC2C75687}" srcOrd="22" destOrd="0" presId="urn:microsoft.com/office/officeart/2005/8/layout/default"/>
    <dgm:cxn modelId="{A0E5C0F6-0D51-4D30-AA96-F08C937FAF3C}" type="presParOf" srcId="{8F55B15D-F1A8-424F-B44D-542BBC35D69D}" destId="{D47C1CF2-8704-44DB-A0CD-D58A7056C263}" srcOrd="23" destOrd="0" presId="urn:microsoft.com/office/officeart/2005/8/layout/default"/>
    <dgm:cxn modelId="{2582C414-FDDC-4175-B518-95978D637D75}" type="presParOf" srcId="{8F55B15D-F1A8-424F-B44D-542BBC35D69D}" destId="{8D3949CF-EB68-40A2-96E3-5585C8EA9327}" srcOrd="24" destOrd="0" presId="urn:microsoft.com/office/officeart/2005/8/layout/default"/>
    <dgm:cxn modelId="{16BC25D3-656B-4088-81B3-075F7A86A0E6}" type="presParOf" srcId="{8F55B15D-F1A8-424F-B44D-542BBC35D69D}" destId="{704ABCB4-1A6D-4FA7-901B-BB44947BA85E}" srcOrd="25" destOrd="0" presId="urn:microsoft.com/office/officeart/2005/8/layout/default"/>
    <dgm:cxn modelId="{736C1D6D-30A1-4B07-896C-F6A806521EEC}" type="presParOf" srcId="{8F55B15D-F1A8-424F-B44D-542BBC35D69D}" destId="{A5E14231-C902-4E5A-9FD8-CE05BAF68387}" srcOrd="26" destOrd="0" presId="urn:microsoft.com/office/officeart/2005/8/layout/default"/>
    <dgm:cxn modelId="{3D285FF0-347E-46B3-917B-F4203214A5FC}" type="presParOf" srcId="{8F55B15D-F1A8-424F-B44D-542BBC35D69D}" destId="{89544E98-2A21-4D22-A8FE-FAB0D92D5628}" srcOrd="27" destOrd="0" presId="urn:microsoft.com/office/officeart/2005/8/layout/default"/>
    <dgm:cxn modelId="{C3563958-FE2B-483D-9CAE-0AFE65900FE5}" type="presParOf" srcId="{8F55B15D-F1A8-424F-B44D-542BBC35D69D}" destId="{2E6121C2-FBEA-444C-A35A-0AC55BDB1F58}" srcOrd="28" destOrd="0" presId="urn:microsoft.com/office/officeart/2005/8/layout/default"/>
    <dgm:cxn modelId="{8F7D43E5-E954-4C3D-BDBF-A36C36DC49FB}" type="presParOf" srcId="{8F55B15D-F1A8-424F-B44D-542BBC35D69D}" destId="{25D94F4E-4616-4053-8E67-F3CFB5240866}" srcOrd="29" destOrd="0" presId="urn:microsoft.com/office/officeart/2005/8/layout/default"/>
    <dgm:cxn modelId="{F3F147EF-A05E-4C02-BC74-12AAF709F2A6}" type="presParOf" srcId="{8F55B15D-F1A8-424F-B44D-542BBC35D69D}" destId="{A0D76DF9-B2CC-4FA5-8B14-B8D3B5316562}" srcOrd="30" destOrd="0" presId="urn:microsoft.com/office/officeart/2005/8/layout/default"/>
    <dgm:cxn modelId="{05D5B870-C26C-4802-A4B8-35AD0A485487}" type="presParOf" srcId="{8F55B15D-F1A8-424F-B44D-542BBC35D69D}" destId="{10C55550-FB2E-42AC-9B46-400A4D4E6A47}" srcOrd="31" destOrd="0" presId="urn:microsoft.com/office/officeart/2005/8/layout/default"/>
    <dgm:cxn modelId="{5477D2E3-3256-48C2-82A1-677EA31A2851}" type="presParOf" srcId="{8F55B15D-F1A8-424F-B44D-542BBC35D69D}" destId="{A28F795E-3B4F-4D71-A72F-59659682941C}" srcOrd="32" destOrd="0" presId="urn:microsoft.com/office/officeart/2005/8/layout/default"/>
    <dgm:cxn modelId="{54EE8B4E-7AE9-4F4E-8878-D1B34669C4A3}" type="presParOf" srcId="{8F55B15D-F1A8-424F-B44D-542BBC35D69D}" destId="{AE454CD9-314C-45BB-B3B9-5BE18EC92605}" srcOrd="33" destOrd="0" presId="urn:microsoft.com/office/officeart/2005/8/layout/default"/>
    <dgm:cxn modelId="{73E4954C-44B4-409F-918E-16FAE3AC66A9}" type="presParOf" srcId="{8F55B15D-F1A8-424F-B44D-542BBC35D69D}" destId="{0EA2BD30-CF78-4BDF-A160-345F37763776}" srcOrd="34" destOrd="0" presId="urn:microsoft.com/office/officeart/2005/8/layout/default"/>
    <dgm:cxn modelId="{4BE492D4-E473-4CE8-A8AB-B24813B1C878}" type="presParOf" srcId="{8F55B15D-F1A8-424F-B44D-542BBC35D69D}" destId="{9DFFD01A-63E5-4D01-A296-C83D62F2C73A}" srcOrd="35" destOrd="0" presId="urn:microsoft.com/office/officeart/2005/8/layout/default"/>
    <dgm:cxn modelId="{C88D3112-18F7-48E4-9CCF-238D8E20D92E}" type="presParOf" srcId="{8F55B15D-F1A8-424F-B44D-542BBC35D69D}" destId="{3C638920-51D9-435F-94D9-E8DDC86EF757}" srcOrd="36" destOrd="0" presId="urn:microsoft.com/office/officeart/2005/8/layout/default"/>
    <dgm:cxn modelId="{BEAAF78D-9F5B-4823-862C-2ED274385166}" type="presParOf" srcId="{8F55B15D-F1A8-424F-B44D-542BBC35D69D}" destId="{47E599B1-4FF0-41B4-8D1E-7A2987FFBBB1}" srcOrd="37" destOrd="0" presId="urn:microsoft.com/office/officeart/2005/8/layout/default"/>
    <dgm:cxn modelId="{3458074F-8D1F-4EE3-A047-AE7D2E62DC5E}" type="presParOf" srcId="{8F55B15D-F1A8-424F-B44D-542BBC35D69D}" destId="{4D351174-B363-4C44-B663-1C850E3D2847}" srcOrd="38" destOrd="0" presId="urn:microsoft.com/office/officeart/2005/8/layout/default"/>
    <dgm:cxn modelId="{FFFE8D50-916E-4E72-86BA-2D419C88846C}" type="presParOf" srcId="{8F55B15D-F1A8-424F-B44D-542BBC35D69D}" destId="{BCC83D15-E427-4DDF-8CD3-DF7276B9F68A}" srcOrd="39" destOrd="0" presId="urn:microsoft.com/office/officeart/2005/8/layout/default"/>
    <dgm:cxn modelId="{AD0C57F0-88F0-440F-91C3-1EAFF6643F9E}" type="presParOf" srcId="{8F55B15D-F1A8-424F-B44D-542BBC35D69D}" destId="{B24D0841-08E5-4F8F-9947-98E6A05B943B}" srcOrd="4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B7F739-FFDD-4830-8AAF-E42834188513}" type="doc">
      <dgm:prSet loTypeId="urn:microsoft.com/office/officeart/2005/8/layout/default" loCatId="list" qsTypeId="urn:microsoft.com/office/officeart/2005/8/quickstyle/simple1" qsCatId="simple" csTypeId="urn:microsoft.com/office/officeart/2005/8/colors/accent4_2" csCatId="accent4"/>
      <dgm:spPr/>
      <dgm:t>
        <a:bodyPr/>
        <a:lstStyle/>
        <a:p>
          <a:endParaRPr lang="en-US"/>
        </a:p>
      </dgm:t>
    </dgm:pt>
    <dgm:pt modelId="{A4FDD822-ABA8-4151-A2F4-9CF92733851C}">
      <dgm:prSet/>
      <dgm:spPr/>
      <dgm:t>
        <a:bodyPr/>
        <a:lstStyle/>
        <a:p>
          <a:r>
            <a:rPr lang="en-IN"/>
            <a:t>The technologies employed during development include:</a:t>
          </a:r>
          <a:endParaRPr lang="en-US"/>
        </a:p>
      </dgm:t>
    </dgm:pt>
    <dgm:pt modelId="{809C8548-4AD4-48D0-B67C-FFAB9C0E035C}" type="parTrans" cxnId="{3056D4B6-9763-41CC-9138-F49F068B880F}">
      <dgm:prSet/>
      <dgm:spPr/>
      <dgm:t>
        <a:bodyPr/>
        <a:lstStyle/>
        <a:p>
          <a:endParaRPr lang="en-US"/>
        </a:p>
      </dgm:t>
    </dgm:pt>
    <dgm:pt modelId="{FF684EF2-FB6D-4EA1-B793-7874891AA374}" type="sibTrans" cxnId="{3056D4B6-9763-41CC-9138-F49F068B880F}">
      <dgm:prSet/>
      <dgm:spPr/>
      <dgm:t>
        <a:bodyPr/>
        <a:lstStyle/>
        <a:p>
          <a:endParaRPr lang="en-US"/>
        </a:p>
      </dgm:t>
    </dgm:pt>
    <dgm:pt modelId="{B93DDA95-6C4A-4481-B36E-A6F90160F479}">
      <dgm:prSet/>
      <dgm:spPr/>
      <dgm:t>
        <a:bodyPr/>
        <a:lstStyle/>
        <a:p>
          <a:r>
            <a:rPr lang="en-IN" b="1"/>
            <a:t>Frontend Technologies</a:t>
          </a:r>
          <a:endParaRPr lang="en-US"/>
        </a:p>
      </dgm:t>
    </dgm:pt>
    <dgm:pt modelId="{567DF17A-644A-414A-91D0-B1BDEEB5BC17}" type="parTrans" cxnId="{9E3F2B14-D12C-4001-9C6C-31010BE51E45}">
      <dgm:prSet/>
      <dgm:spPr/>
      <dgm:t>
        <a:bodyPr/>
        <a:lstStyle/>
        <a:p>
          <a:endParaRPr lang="en-US"/>
        </a:p>
      </dgm:t>
    </dgm:pt>
    <dgm:pt modelId="{6F7FA74F-BBD0-4F96-ACAC-5AA85CF607C1}" type="sibTrans" cxnId="{9E3F2B14-D12C-4001-9C6C-31010BE51E45}">
      <dgm:prSet/>
      <dgm:spPr/>
      <dgm:t>
        <a:bodyPr/>
        <a:lstStyle/>
        <a:p>
          <a:endParaRPr lang="en-US"/>
        </a:p>
      </dgm:t>
    </dgm:pt>
    <dgm:pt modelId="{8E217715-FD53-4FC4-8A81-722C79D10D0E}">
      <dgm:prSet/>
      <dgm:spPr/>
      <dgm:t>
        <a:bodyPr/>
        <a:lstStyle/>
        <a:p>
          <a:r>
            <a:rPr lang="en-IN"/>
            <a:t>HTML5 </a:t>
          </a:r>
          <a:endParaRPr lang="en-US"/>
        </a:p>
      </dgm:t>
    </dgm:pt>
    <dgm:pt modelId="{A9E7F52C-0155-41B1-B5FF-CEC3272A08EC}" type="parTrans" cxnId="{EC461732-898D-48F9-8F48-39C47A1B8127}">
      <dgm:prSet/>
      <dgm:spPr/>
      <dgm:t>
        <a:bodyPr/>
        <a:lstStyle/>
        <a:p>
          <a:endParaRPr lang="en-US"/>
        </a:p>
      </dgm:t>
    </dgm:pt>
    <dgm:pt modelId="{70F05A7E-9389-4EB3-B58B-8725458E3320}" type="sibTrans" cxnId="{EC461732-898D-48F9-8F48-39C47A1B8127}">
      <dgm:prSet/>
      <dgm:spPr/>
      <dgm:t>
        <a:bodyPr/>
        <a:lstStyle/>
        <a:p>
          <a:endParaRPr lang="en-US"/>
        </a:p>
      </dgm:t>
    </dgm:pt>
    <dgm:pt modelId="{B0EA0A57-A0FB-4815-9CF0-B8893144B0F8}">
      <dgm:prSet/>
      <dgm:spPr/>
      <dgm:t>
        <a:bodyPr/>
        <a:lstStyle/>
        <a:p>
          <a:r>
            <a:rPr lang="en-IN"/>
            <a:t>CSS3 </a:t>
          </a:r>
          <a:endParaRPr lang="en-US"/>
        </a:p>
      </dgm:t>
    </dgm:pt>
    <dgm:pt modelId="{9ED7C1FE-6124-45B4-87BA-C20DD1332915}" type="parTrans" cxnId="{59D558E4-10E9-4994-AC3F-D4EF9B1E6D1E}">
      <dgm:prSet/>
      <dgm:spPr/>
      <dgm:t>
        <a:bodyPr/>
        <a:lstStyle/>
        <a:p>
          <a:endParaRPr lang="en-US"/>
        </a:p>
      </dgm:t>
    </dgm:pt>
    <dgm:pt modelId="{344A7C55-709F-43B1-B587-9CEAA5A2E847}" type="sibTrans" cxnId="{59D558E4-10E9-4994-AC3F-D4EF9B1E6D1E}">
      <dgm:prSet/>
      <dgm:spPr/>
      <dgm:t>
        <a:bodyPr/>
        <a:lstStyle/>
        <a:p>
          <a:endParaRPr lang="en-US"/>
        </a:p>
      </dgm:t>
    </dgm:pt>
    <dgm:pt modelId="{022E5F10-1BB5-463F-8E6C-6F59A86B9865}">
      <dgm:prSet/>
      <dgm:spPr/>
      <dgm:t>
        <a:bodyPr/>
        <a:lstStyle/>
        <a:p>
          <a:r>
            <a:rPr lang="en-IN"/>
            <a:t>JavaScript </a:t>
          </a:r>
          <a:endParaRPr lang="en-US"/>
        </a:p>
      </dgm:t>
    </dgm:pt>
    <dgm:pt modelId="{E7D49E1F-2B8C-4813-922B-5769144262E7}" type="parTrans" cxnId="{3CC8CDAD-E276-4038-B130-902701F7D336}">
      <dgm:prSet/>
      <dgm:spPr/>
      <dgm:t>
        <a:bodyPr/>
        <a:lstStyle/>
        <a:p>
          <a:endParaRPr lang="en-US"/>
        </a:p>
      </dgm:t>
    </dgm:pt>
    <dgm:pt modelId="{13E04CB0-B3FB-4D32-86BE-97973ABBCDF2}" type="sibTrans" cxnId="{3CC8CDAD-E276-4038-B130-902701F7D336}">
      <dgm:prSet/>
      <dgm:spPr/>
      <dgm:t>
        <a:bodyPr/>
        <a:lstStyle/>
        <a:p>
          <a:endParaRPr lang="en-US"/>
        </a:p>
      </dgm:t>
    </dgm:pt>
    <dgm:pt modelId="{36984F77-78B9-4964-AF8E-EB1C3A97EDB3}">
      <dgm:prSet/>
      <dgm:spPr/>
      <dgm:t>
        <a:bodyPr/>
        <a:lstStyle/>
        <a:p>
          <a:r>
            <a:rPr lang="en-IN"/>
            <a:t>React.js </a:t>
          </a:r>
          <a:endParaRPr lang="en-US"/>
        </a:p>
      </dgm:t>
    </dgm:pt>
    <dgm:pt modelId="{DA95EA91-5A94-4D70-9C60-6450847A32D2}" type="parTrans" cxnId="{D685C3F3-C323-43BD-8AB9-E1A8BDCED302}">
      <dgm:prSet/>
      <dgm:spPr/>
      <dgm:t>
        <a:bodyPr/>
        <a:lstStyle/>
        <a:p>
          <a:endParaRPr lang="en-US"/>
        </a:p>
      </dgm:t>
    </dgm:pt>
    <dgm:pt modelId="{D6C648F7-99F2-4FA3-86E5-986190683D4C}" type="sibTrans" cxnId="{D685C3F3-C323-43BD-8AB9-E1A8BDCED302}">
      <dgm:prSet/>
      <dgm:spPr/>
      <dgm:t>
        <a:bodyPr/>
        <a:lstStyle/>
        <a:p>
          <a:endParaRPr lang="en-US"/>
        </a:p>
      </dgm:t>
    </dgm:pt>
    <dgm:pt modelId="{BCF1A9DC-EAE0-45C9-B050-2B52FECC9CAA}">
      <dgm:prSet/>
      <dgm:spPr/>
      <dgm:t>
        <a:bodyPr/>
        <a:lstStyle/>
        <a:p>
          <a:r>
            <a:rPr lang="en-IN"/>
            <a:t>Tailwind CSS </a:t>
          </a:r>
          <a:endParaRPr lang="en-US"/>
        </a:p>
      </dgm:t>
    </dgm:pt>
    <dgm:pt modelId="{849BA3B5-37B9-498F-8DA3-D323C2B4D8D1}" type="parTrans" cxnId="{A55ABC7E-3032-4A6A-B662-DAACC80A322F}">
      <dgm:prSet/>
      <dgm:spPr/>
      <dgm:t>
        <a:bodyPr/>
        <a:lstStyle/>
        <a:p>
          <a:endParaRPr lang="en-US"/>
        </a:p>
      </dgm:t>
    </dgm:pt>
    <dgm:pt modelId="{810E206D-5485-4B5E-8429-583CAEC55B6C}" type="sibTrans" cxnId="{A55ABC7E-3032-4A6A-B662-DAACC80A322F}">
      <dgm:prSet/>
      <dgm:spPr/>
      <dgm:t>
        <a:bodyPr/>
        <a:lstStyle/>
        <a:p>
          <a:endParaRPr lang="en-US"/>
        </a:p>
      </dgm:t>
    </dgm:pt>
    <dgm:pt modelId="{4E5DE395-546E-4D1F-A518-FEC88A0E6423}">
      <dgm:prSet/>
      <dgm:spPr/>
      <dgm:t>
        <a:bodyPr/>
        <a:lstStyle/>
        <a:p>
          <a:r>
            <a:rPr lang="en-IN" b="1"/>
            <a:t>Backend Technologies</a:t>
          </a:r>
          <a:endParaRPr lang="en-US"/>
        </a:p>
      </dgm:t>
    </dgm:pt>
    <dgm:pt modelId="{F2C861DE-595E-4EEE-8D49-730C701BC882}" type="parTrans" cxnId="{5BC6A84B-2C38-4D6C-895A-925998D36F85}">
      <dgm:prSet/>
      <dgm:spPr/>
      <dgm:t>
        <a:bodyPr/>
        <a:lstStyle/>
        <a:p>
          <a:endParaRPr lang="en-US"/>
        </a:p>
      </dgm:t>
    </dgm:pt>
    <dgm:pt modelId="{367F2191-8F24-4EA6-AE38-E14F9FB8C2AD}" type="sibTrans" cxnId="{5BC6A84B-2C38-4D6C-895A-925998D36F85}">
      <dgm:prSet/>
      <dgm:spPr/>
      <dgm:t>
        <a:bodyPr/>
        <a:lstStyle/>
        <a:p>
          <a:endParaRPr lang="en-US"/>
        </a:p>
      </dgm:t>
    </dgm:pt>
    <dgm:pt modelId="{E9F1FD71-C72E-4741-8B51-69B1D3107B2F}">
      <dgm:prSet/>
      <dgm:spPr/>
      <dgm:t>
        <a:bodyPr/>
        <a:lstStyle/>
        <a:p>
          <a:r>
            <a:rPr lang="en-IN"/>
            <a:t>Node.js </a:t>
          </a:r>
          <a:endParaRPr lang="en-US"/>
        </a:p>
      </dgm:t>
    </dgm:pt>
    <dgm:pt modelId="{B50A19E8-E98B-40C3-8E2E-567310A85AFD}" type="parTrans" cxnId="{262C5833-C721-4490-895B-884160600D5E}">
      <dgm:prSet/>
      <dgm:spPr/>
      <dgm:t>
        <a:bodyPr/>
        <a:lstStyle/>
        <a:p>
          <a:endParaRPr lang="en-US"/>
        </a:p>
      </dgm:t>
    </dgm:pt>
    <dgm:pt modelId="{A7919BF4-B556-480B-8491-6E8279594A04}" type="sibTrans" cxnId="{262C5833-C721-4490-895B-884160600D5E}">
      <dgm:prSet/>
      <dgm:spPr/>
      <dgm:t>
        <a:bodyPr/>
        <a:lstStyle/>
        <a:p>
          <a:endParaRPr lang="en-US"/>
        </a:p>
      </dgm:t>
    </dgm:pt>
    <dgm:pt modelId="{5399BEC5-F1A7-4F84-BFB1-47DA5906422E}">
      <dgm:prSet/>
      <dgm:spPr/>
      <dgm:t>
        <a:bodyPr/>
        <a:lstStyle/>
        <a:p>
          <a:r>
            <a:rPr lang="en-IN"/>
            <a:t>Express.js </a:t>
          </a:r>
          <a:endParaRPr lang="en-US"/>
        </a:p>
      </dgm:t>
    </dgm:pt>
    <dgm:pt modelId="{4B453AE2-785F-41D0-B8C2-B1355BDD6BD5}" type="parTrans" cxnId="{8ECCB571-C2B8-4EF6-9EE4-5195372DB359}">
      <dgm:prSet/>
      <dgm:spPr/>
      <dgm:t>
        <a:bodyPr/>
        <a:lstStyle/>
        <a:p>
          <a:endParaRPr lang="en-US"/>
        </a:p>
      </dgm:t>
    </dgm:pt>
    <dgm:pt modelId="{50AC6139-0404-4993-92E8-BD2462ED8506}" type="sibTrans" cxnId="{8ECCB571-C2B8-4EF6-9EE4-5195372DB359}">
      <dgm:prSet/>
      <dgm:spPr/>
      <dgm:t>
        <a:bodyPr/>
        <a:lstStyle/>
        <a:p>
          <a:endParaRPr lang="en-US"/>
        </a:p>
      </dgm:t>
    </dgm:pt>
    <dgm:pt modelId="{9E7BE5A6-0E48-43AC-9D9F-49A86BE938A0}">
      <dgm:prSet/>
      <dgm:spPr/>
      <dgm:t>
        <a:bodyPr/>
        <a:lstStyle/>
        <a:p>
          <a:r>
            <a:rPr lang="en-IN" b="1"/>
            <a:t>Database</a:t>
          </a:r>
          <a:endParaRPr lang="en-US"/>
        </a:p>
      </dgm:t>
    </dgm:pt>
    <dgm:pt modelId="{D1CD9A9B-0930-4831-8890-A837385610A0}" type="parTrans" cxnId="{3EC49D1A-92AD-4571-9856-4AD307B83938}">
      <dgm:prSet/>
      <dgm:spPr/>
      <dgm:t>
        <a:bodyPr/>
        <a:lstStyle/>
        <a:p>
          <a:endParaRPr lang="en-US"/>
        </a:p>
      </dgm:t>
    </dgm:pt>
    <dgm:pt modelId="{40C703DA-A9AE-4BCC-980A-4B6BE17AAE22}" type="sibTrans" cxnId="{3EC49D1A-92AD-4571-9856-4AD307B83938}">
      <dgm:prSet/>
      <dgm:spPr/>
      <dgm:t>
        <a:bodyPr/>
        <a:lstStyle/>
        <a:p>
          <a:endParaRPr lang="en-US"/>
        </a:p>
      </dgm:t>
    </dgm:pt>
    <dgm:pt modelId="{DCB72A18-1D02-4CA7-8294-8931B4F30AFD}">
      <dgm:prSet/>
      <dgm:spPr/>
      <dgm:t>
        <a:bodyPr/>
        <a:lstStyle/>
        <a:p>
          <a:r>
            <a:rPr lang="en-IN"/>
            <a:t>MongoDB </a:t>
          </a:r>
          <a:endParaRPr lang="en-US"/>
        </a:p>
      </dgm:t>
    </dgm:pt>
    <dgm:pt modelId="{435DC6CE-7032-489E-9ABA-BE984F49C8FF}" type="parTrans" cxnId="{69007002-2F3F-4F0F-9871-8E6ED2864E3D}">
      <dgm:prSet/>
      <dgm:spPr/>
      <dgm:t>
        <a:bodyPr/>
        <a:lstStyle/>
        <a:p>
          <a:endParaRPr lang="en-US"/>
        </a:p>
      </dgm:t>
    </dgm:pt>
    <dgm:pt modelId="{27E95E03-08BE-4C1A-A330-14CF03923BC1}" type="sibTrans" cxnId="{69007002-2F3F-4F0F-9871-8E6ED2864E3D}">
      <dgm:prSet/>
      <dgm:spPr/>
      <dgm:t>
        <a:bodyPr/>
        <a:lstStyle/>
        <a:p>
          <a:endParaRPr lang="en-US"/>
        </a:p>
      </dgm:t>
    </dgm:pt>
    <dgm:pt modelId="{007BD541-83EB-4DAE-B99E-E9807CBFAFB8}">
      <dgm:prSet/>
      <dgm:spPr/>
      <dgm:t>
        <a:bodyPr/>
        <a:lstStyle/>
        <a:p>
          <a:r>
            <a:rPr lang="en-IN" b="1"/>
            <a:t>Artificial Intelligence Components</a:t>
          </a:r>
          <a:endParaRPr lang="en-US"/>
        </a:p>
      </dgm:t>
    </dgm:pt>
    <dgm:pt modelId="{D72DE34C-2443-44D0-9621-F78DAB74BF4B}" type="parTrans" cxnId="{DB1C275A-24C1-45C2-B4D5-DF20583CC36C}">
      <dgm:prSet/>
      <dgm:spPr/>
      <dgm:t>
        <a:bodyPr/>
        <a:lstStyle/>
        <a:p>
          <a:endParaRPr lang="en-US"/>
        </a:p>
      </dgm:t>
    </dgm:pt>
    <dgm:pt modelId="{D6DD4A4C-2CA0-4E85-B0FD-21F2714653EE}" type="sibTrans" cxnId="{DB1C275A-24C1-45C2-B4D5-DF20583CC36C}">
      <dgm:prSet/>
      <dgm:spPr/>
      <dgm:t>
        <a:bodyPr/>
        <a:lstStyle/>
        <a:p>
          <a:endParaRPr lang="en-US"/>
        </a:p>
      </dgm:t>
    </dgm:pt>
    <dgm:pt modelId="{58425C36-5230-443B-B0DA-64A150645B34}">
      <dgm:prSet/>
      <dgm:spPr/>
      <dgm:t>
        <a:bodyPr/>
        <a:lstStyle/>
        <a:p>
          <a:r>
            <a:rPr lang="en-IN"/>
            <a:t>Machine Learning APIs </a:t>
          </a:r>
          <a:endParaRPr lang="en-US"/>
        </a:p>
      </dgm:t>
    </dgm:pt>
    <dgm:pt modelId="{AA3E68A2-DFCE-4DA9-B56E-C316672AC42A}" type="parTrans" cxnId="{5087ED42-1ACC-47CE-8A95-C61183BF585F}">
      <dgm:prSet/>
      <dgm:spPr/>
      <dgm:t>
        <a:bodyPr/>
        <a:lstStyle/>
        <a:p>
          <a:endParaRPr lang="en-US"/>
        </a:p>
      </dgm:t>
    </dgm:pt>
    <dgm:pt modelId="{730CDBEE-2A68-4720-A411-1B77F9428DE8}" type="sibTrans" cxnId="{5087ED42-1ACC-47CE-8A95-C61183BF585F}">
      <dgm:prSet/>
      <dgm:spPr/>
      <dgm:t>
        <a:bodyPr/>
        <a:lstStyle/>
        <a:p>
          <a:endParaRPr lang="en-US"/>
        </a:p>
      </dgm:t>
    </dgm:pt>
    <dgm:pt modelId="{65271573-A862-4648-9A6C-417EEC3F9F42}">
      <dgm:prSet/>
      <dgm:spPr/>
      <dgm:t>
        <a:bodyPr/>
        <a:lstStyle/>
        <a:p>
          <a:r>
            <a:rPr lang="en-IN"/>
            <a:t>Pattern Recognition Algorithms </a:t>
          </a:r>
          <a:endParaRPr lang="en-US"/>
        </a:p>
      </dgm:t>
    </dgm:pt>
    <dgm:pt modelId="{0F60D4D2-255C-4744-A62F-7898EFE17C2D}" type="parTrans" cxnId="{DB506449-67D9-45B7-9E6D-2399525E8CC1}">
      <dgm:prSet/>
      <dgm:spPr/>
      <dgm:t>
        <a:bodyPr/>
        <a:lstStyle/>
        <a:p>
          <a:endParaRPr lang="en-US"/>
        </a:p>
      </dgm:t>
    </dgm:pt>
    <dgm:pt modelId="{27810500-3550-435C-AD0A-824C05B9BDD0}" type="sibTrans" cxnId="{DB506449-67D9-45B7-9E6D-2399525E8CC1}">
      <dgm:prSet/>
      <dgm:spPr/>
      <dgm:t>
        <a:bodyPr/>
        <a:lstStyle/>
        <a:p>
          <a:endParaRPr lang="en-US"/>
        </a:p>
      </dgm:t>
    </dgm:pt>
    <dgm:pt modelId="{88A0E96E-C146-4078-A4D6-8FE5B4C12D1C}">
      <dgm:prSet/>
      <dgm:spPr/>
      <dgm:t>
        <a:bodyPr/>
        <a:lstStyle/>
        <a:p>
          <a:r>
            <a:rPr lang="en-IN"/>
            <a:t>Natural Language Processing Modules </a:t>
          </a:r>
          <a:endParaRPr lang="en-US"/>
        </a:p>
      </dgm:t>
    </dgm:pt>
    <dgm:pt modelId="{96139B74-E0DC-4F7D-BBDF-609DE93D5EC7}" type="parTrans" cxnId="{06DEFB41-086E-40C6-B8FB-2774EA43ADEB}">
      <dgm:prSet/>
      <dgm:spPr/>
      <dgm:t>
        <a:bodyPr/>
        <a:lstStyle/>
        <a:p>
          <a:endParaRPr lang="en-US"/>
        </a:p>
      </dgm:t>
    </dgm:pt>
    <dgm:pt modelId="{1E5FF421-0FC2-4E7D-860F-1A829BF30881}" type="sibTrans" cxnId="{06DEFB41-086E-40C6-B8FB-2774EA43ADEB}">
      <dgm:prSet/>
      <dgm:spPr/>
      <dgm:t>
        <a:bodyPr/>
        <a:lstStyle/>
        <a:p>
          <a:endParaRPr lang="en-US"/>
        </a:p>
      </dgm:t>
    </dgm:pt>
    <dgm:pt modelId="{25ACDA2A-AA26-4E7D-B610-62D7561EB400}">
      <dgm:prSet/>
      <dgm:spPr/>
      <dgm:t>
        <a:bodyPr/>
        <a:lstStyle/>
        <a:p>
          <a:r>
            <a:rPr lang="en-IN" b="1"/>
            <a:t>Deployment Platforms</a:t>
          </a:r>
          <a:endParaRPr lang="en-US"/>
        </a:p>
      </dgm:t>
    </dgm:pt>
    <dgm:pt modelId="{580BEBE0-C2E8-4134-82E2-4851AAE069B0}" type="parTrans" cxnId="{588127C2-7B94-433F-9FE4-E71FDF6017ED}">
      <dgm:prSet/>
      <dgm:spPr/>
      <dgm:t>
        <a:bodyPr/>
        <a:lstStyle/>
        <a:p>
          <a:endParaRPr lang="en-US"/>
        </a:p>
      </dgm:t>
    </dgm:pt>
    <dgm:pt modelId="{6044DE9C-4BCE-4CA0-B3A0-8B6295E824D7}" type="sibTrans" cxnId="{588127C2-7B94-433F-9FE4-E71FDF6017ED}">
      <dgm:prSet/>
      <dgm:spPr/>
      <dgm:t>
        <a:bodyPr/>
        <a:lstStyle/>
        <a:p>
          <a:endParaRPr lang="en-US"/>
        </a:p>
      </dgm:t>
    </dgm:pt>
    <dgm:pt modelId="{778248EA-A5A0-42BD-A599-D1ED38430C4D}">
      <dgm:prSet/>
      <dgm:spPr/>
      <dgm:t>
        <a:bodyPr/>
        <a:lstStyle/>
        <a:p>
          <a:r>
            <a:rPr lang="en-IN"/>
            <a:t>Vercel </a:t>
          </a:r>
          <a:endParaRPr lang="en-US"/>
        </a:p>
      </dgm:t>
    </dgm:pt>
    <dgm:pt modelId="{14E43965-F3DD-4ABD-922F-C25F11E87901}" type="parTrans" cxnId="{60019C54-E9E3-4F63-997C-E871DE416C8F}">
      <dgm:prSet/>
      <dgm:spPr/>
      <dgm:t>
        <a:bodyPr/>
        <a:lstStyle/>
        <a:p>
          <a:endParaRPr lang="en-US"/>
        </a:p>
      </dgm:t>
    </dgm:pt>
    <dgm:pt modelId="{74CBE35F-0365-4285-95FF-0187F5D9B534}" type="sibTrans" cxnId="{60019C54-E9E3-4F63-997C-E871DE416C8F}">
      <dgm:prSet/>
      <dgm:spPr/>
      <dgm:t>
        <a:bodyPr/>
        <a:lstStyle/>
        <a:p>
          <a:endParaRPr lang="en-US"/>
        </a:p>
      </dgm:t>
    </dgm:pt>
    <dgm:pt modelId="{4339BC50-6EF3-4BAC-ADDF-89CF63673DFC}">
      <dgm:prSet/>
      <dgm:spPr/>
      <dgm:t>
        <a:bodyPr/>
        <a:lstStyle/>
        <a:p>
          <a:r>
            <a:rPr lang="en-IN"/>
            <a:t>GitHub </a:t>
          </a:r>
          <a:endParaRPr lang="en-US"/>
        </a:p>
      </dgm:t>
    </dgm:pt>
    <dgm:pt modelId="{597B86D7-521B-4691-805A-69D4C323FC5D}" type="parTrans" cxnId="{140D402A-EF59-4884-8671-60DA829D623B}">
      <dgm:prSet/>
      <dgm:spPr/>
      <dgm:t>
        <a:bodyPr/>
        <a:lstStyle/>
        <a:p>
          <a:endParaRPr lang="en-US"/>
        </a:p>
      </dgm:t>
    </dgm:pt>
    <dgm:pt modelId="{0BB82315-20B9-49E6-B151-7D15EDBD5884}" type="sibTrans" cxnId="{140D402A-EF59-4884-8671-60DA829D623B}">
      <dgm:prSet/>
      <dgm:spPr/>
      <dgm:t>
        <a:bodyPr/>
        <a:lstStyle/>
        <a:p>
          <a:endParaRPr lang="en-US"/>
        </a:p>
      </dgm:t>
    </dgm:pt>
    <dgm:pt modelId="{31515419-FAC8-45E2-A391-C9AE0CD4C7A9}">
      <dgm:prSet/>
      <dgm:spPr/>
      <dgm:t>
        <a:bodyPr/>
        <a:lstStyle/>
        <a:p>
          <a:r>
            <a:rPr lang="en-IN" b="1"/>
            <a:t>Version Control</a:t>
          </a:r>
          <a:endParaRPr lang="en-US"/>
        </a:p>
      </dgm:t>
    </dgm:pt>
    <dgm:pt modelId="{8C5E85AF-1EF7-492E-A145-A2E04DA495D6}" type="parTrans" cxnId="{38AE7BAD-A89A-485F-B810-EFB92961C684}">
      <dgm:prSet/>
      <dgm:spPr/>
      <dgm:t>
        <a:bodyPr/>
        <a:lstStyle/>
        <a:p>
          <a:endParaRPr lang="en-US"/>
        </a:p>
      </dgm:t>
    </dgm:pt>
    <dgm:pt modelId="{BDEE5219-C836-4A2B-99D6-4D2F260D8F34}" type="sibTrans" cxnId="{38AE7BAD-A89A-485F-B810-EFB92961C684}">
      <dgm:prSet/>
      <dgm:spPr/>
      <dgm:t>
        <a:bodyPr/>
        <a:lstStyle/>
        <a:p>
          <a:endParaRPr lang="en-US"/>
        </a:p>
      </dgm:t>
    </dgm:pt>
    <dgm:pt modelId="{3C32FE50-5A52-4D00-A4A8-DC0D810FFB0F}">
      <dgm:prSet/>
      <dgm:spPr/>
      <dgm:t>
        <a:bodyPr/>
        <a:lstStyle/>
        <a:p>
          <a:r>
            <a:rPr lang="en-IN"/>
            <a:t>Git </a:t>
          </a:r>
          <a:endParaRPr lang="en-US"/>
        </a:p>
      </dgm:t>
    </dgm:pt>
    <dgm:pt modelId="{7F789D2D-6DF9-4585-848B-94D4D6717285}" type="parTrans" cxnId="{55F27A83-948D-4103-A5E9-6608041BEA71}">
      <dgm:prSet/>
      <dgm:spPr/>
      <dgm:t>
        <a:bodyPr/>
        <a:lstStyle/>
        <a:p>
          <a:endParaRPr lang="en-US"/>
        </a:p>
      </dgm:t>
    </dgm:pt>
    <dgm:pt modelId="{2F40AE11-8EFE-49D4-95F5-05B46147E80F}" type="sibTrans" cxnId="{55F27A83-948D-4103-A5E9-6608041BEA71}">
      <dgm:prSet/>
      <dgm:spPr/>
      <dgm:t>
        <a:bodyPr/>
        <a:lstStyle/>
        <a:p>
          <a:endParaRPr lang="en-US"/>
        </a:p>
      </dgm:t>
    </dgm:pt>
    <dgm:pt modelId="{715E453E-D6EC-4D60-A0F4-2A127E5E15B5}">
      <dgm:prSet/>
      <dgm:spPr/>
      <dgm:t>
        <a:bodyPr/>
        <a:lstStyle/>
        <a:p>
          <a:r>
            <a:rPr lang="en-IN"/>
            <a:t>GitHub </a:t>
          </a:r>
          <a:endParaRPr lang="en-US"/>
        </a:p>
      </dgm:t>
    </dgm:pt>
    <dgm:pt modelId="{9984A51B-9136-47E5-8AB8-14C5B26AAF8F}" type="parTrans" cxnId="{D81F0690-B63D-4D18-A2E6-431F9B41BE28}">
      <dgm:prSet/>
      <dgm:spPr/>
      <dgm:t>
        <a:bodyPr/>
        <a:lstStyle/>
        <a:p>
          <a:endParaRPr lang="en-US"/>
        </a:p>
      </dgm:t>
    </dgm:pt>
    <dgm:pt modelId="{5C3D3840-A667-4CB4-8571-7E0E27DB29AF}" type="sibTrans" cxnId="{D81F0690-B63D-4D18-A2E6-431F9B41BE28}">
      <dgm:prSet/>
      <dgm:spPr/>
      <dgm:t>
        <a:bodyPr/>
        <a:lstStyle/>
        <a:p>
          <a:endParaRPr lang="en-US"/>
        </a:p>
      </dgm:t>
    </dgm:pt>
    <dgm:pt modelId="{1AF82AD6-CCCE-4D98-9A85-17C8EE097F81}" type="pres">
      <dgm:prSet presAssocID="{3DB7F739-FFDD-4830-8AAF-E42834188513}" presName="diagram" presStyleCnt="0">
        <dgm:presLayoutVars>
          <dgm:dir/>
          <dgm:resizeHandles val="exact"/>
        </dgm:presLayoutVars>
      </dgm:prSet>
      <dgm:spPr/>
    </dgm:pt>
    <dgm:pt modelId="{EB9BA22D-764F-4BA2-9A4F-F441C27428F1}" type="pres">
      <dgm:prSet presAssocID="{A4FDD822-ABA8-4151-A2F4-9CF92733851C}" presName="node" presStyleLbl="node1" presStyleIdx="0" presStyleCnt="22">
        <dgm:presLayoutVars>
          <dgm:bulletEnabled val="1"/>
        </dgm:presLayoutVars>
      </dgm:prSet>
      <dgm:spPr/>
    </dgm:pt>
    <dgm:pt modelId="{F1EBF8BE-57C7-44F1-A60E-7552CBDBBC0B}" type="pres">
      <dgm:prSet presAssocID="{FF684EF2-FB6D-4EA1-B793-7874891AA374}" presName="sibTrans" presStyleCnt="0"/>
      <dgm:spPr/>
    </dgm:pt>
    <dgm:pt modelId="{2C05EFA7-7049-4A5A-9455-EF140493F3FF}" type="pres">
      <dgm:prSet presAssocID="{B93DDA95-6C4A-4481-B36E-A6F90160F479}" presName="node" presStyleLbl="node1" presStyleIdx="1" presStyleCnt="22">
        <dgm:presLayoutVars>
          <dgm:bulletEnabled val="1"/>
        </dgm:presLayoutVars>
      </dgm:prSet>
      <dgm:spPr/>
    </dgm:pt>
    <dgm:pt modelId="{848B996A-3ADC-4C4B-87C2-F0AFA06B09E4}" type="pres">
      <dgm:prSet presAssocID="{6F7FA74F-BBD0-4F96-ACAC-5AA85CF607C1}" presName="sibTrans" presStyleCnt="0"/>
      <dgm:spPr/>
    </dgm:pt>
    <dgm:pt modelId="{344C3BFA-77C0-485C-ACFB-539787446E4A}" type="pres">
      <dgm:prSet presAssocID="{8E217715-FD53-4FC4-8A81-722C79D10D0E}" presName="node" presStyleLbl="node1" presStyleIdx="2" presStyleCnt="22">
        <dgm:presLayoutVars>
          <dgm:bulletEnabled val="1"/>
        </dgm:presLayoutVars>
      </dgm:prSet>
      <dgm:spPr/>
    </dgm:pt>
    <dgm:pt modelId="{595FE244-DDE3-4FEC-9B22-344C057C5DE9}" type="pres">
      <dgm:prSet presAssocID="{70F05A7E-9389-4EB3-B58B-8725458E3320}" presName="sibTrans" presStyleCnt="0"/>
      <dgm:spPr/>
    </dgm:pt>
    <dgm:pt modelId="{95CBB909-AE77-408B-B99B-509DAA5BF525}" type="pres">
      <dgm:prSet presAssocID="{B0EA0A57-A0FB-4815-9CF0-B8893144B0F8}" presName="node" presStyleLbl="node1" presStyleIdx="3" presStyleCnt="22">
        <dgm:presLayoutVars>
          <dgm:bulletEnabled val="1"/>
        </dgm:presLayoutVars>
      </dgm:prSet>
      <dgm:spPr/>
    </dgm:pt>
    <dgm:pt modelId="{87EC7F2B-C47F-4FFC-870A-657535858312}" type="pres">
      <dgm:prSet presAssocID="{344A7C55-709F-43B1-B587-9CEAA5A2E847}" presName="sibTrans" presStyleCnt="0"/>
      <dgm:spPr/>
    </dgm:pt>
    <dgm:pt modelId="{6F89E126-DBAB-4FE6-B2EA-56F6C1FF9E56}" type="pres">
      <dgm:prSet presAssocID="{022E5F10-1BB5-463F-8E6C-6F59A86B9865}" presName="node" presStyleLbl="node1" presStyleIdx="4" presStyleCnt="22">
        <dgm:presLayoutVars>
          <dgm:bulletEnabled val="1"/>
        </dgm:presLayoutVars>
      </dgm:prSet>
      <dgm:spPr/>
    </dgm:pt>
    <dgm:pt modelId="{5D199211-458E-42EE-86DC-9D68AA7DD4BE}" type="pres">
      <dgm:prSet presAssocID="{13E04CB0-B3FB-4D32-86BE-97973ABBCDF2}" presName="sibTrans" presStyleCnt="0"/>
      <dgm:spPr/>
    </dgm:pt>
    <dgm:pt modelId="{7943D876-F175-4CE9-8074-94DBAEDFDA34}" type="pres">
      <dgm:prSet presAssocID="{36984F77-78B9-4964-AF8E-EB1C3A97EDB3}" presName="node" presStyleLbl="node1" presStyleIdx="5" presStyleCnt="22">
        <dgm:presLayoutVars>
          <dgm:bulletEnabled val="1"/>
        </dgm:presLayoutVars>
      </dgm:prSet>
      <dgm:spPr/>
    </dgm:pt>
    <dgm:pt modelId="{E1EB1198-1D01-4286-8172-D4D4C69D21EA}" type="pres">
      <dgm:prSet presAssocID="{D6C648F7-99F2-4FA3-86E5-986190683D4C}" presName="sibTrans" presStyleCnt="0"/>
      <dgm:spPr/>
    </dgm:pt>
    <dgm:pt modelId="{01D6D84C-3A81-4DE6-ABE9-F45DD4F4C2BF}" type="pres">
      <dgm:prSet presAssocID="{BCF1A9DC-EAE0-45C9-B050-2B52FECC9CAA}" presName="node" presStyleLbl="node1" presStyleIdx="6" presStyleCnt="22">
        <dgm:presLayoutVars>
          <dgm:bulletEnabled val="1"/>
        </dgm:presLayoutVars>
      </dgm:prSet>
      <dgm:spPr/>
    </dgm:pt>
    <dgm:pt modelId="{8C405F22-ED39-4C98-9959-ED4540A71342}" type="pres">
      <dgm:prSet presAssocID="{810E206D-5485-4B5E-8429-583CAEC55B6C}" presName="sibTrans" presStyleCnt="0"/>
      <dgm:spPr/>
    </dgm:pt>
    <dgm:pt modelId="{A7734AF8-547F-4FF4-A682-527BB45FBD41}" type="pres">
      <dgm:prSet presAssocID="{4E5DE395-546E-4D1F-A518-FEC88A0E6423}" presName="node" presStyleLbl="node1" presStyleIdx="7" presStyleCnt="22">
        <dgm:presLayoutVars>
          <dgm:bulletEnabled val="1"/>
        </dgm:presLayoutVars>
      </dgm:prSet>
      <dgm:spPr/>
    </dgm:pt>
    <dgm:pt modelId="{D418787C-A4A1-478D-B873-CC38C329B30C}" type="pres">
      <dgm:prSet presAssocID="{367F2191-8F24-4EA6-AE38-E14F9FB8C2AD}" presName="sibTrans" presStyleCnt="0"/>
      <dgm:spPr/>
    </dgm:pt>
    <dgm:pt modelId="{531DF2FE-0BCA-4C1B-81BD-43BB22AB7D2D}" type="pres">
      <dgm:prSet presAssocID="{E9F1FD71-C72E-4741-8B51-69B1D3107B2F}" presName="node" presStyleLbl="node1" presStyleIdx="8" presStyleCnt="22">
        <dgm:presLayoutVars>
          <dgm:bulletEnabled val="1"/>
        </dgm:presLayoutVars>
      </dgm:prSet>
      <dgm:spPr/>
    </dgm:pt>
    <dgm:pt modelId="{341CD2B8-C072-4800-87D5-DE0069B2F5A4}" type="pres">
      <dgm:prSet presAssocID="{A7919BF4-B556-480B-8491-6E8279594A04}" presName="sibTrans" presStyleCnt="0"/>
      <dgm:spPr/>
    </dgm:pt>
    <dgm:pt modelId="{3CB802BB-CDC3-4AF0-B178-DCEBC19DDB1B}" type="pres">
      <dgm:prSet presAssocID="{5399BEC5-F1A7-4F84-BFB1-47DA5906422E}" presName="node" presStyleLbl="node1" presStyleIdx="9" presStyleCnt="22">
        <dgm:presLayoutVars>
          <dgm:bulletEnabled val="1"/>
        </dgm:presLayoutVars>
      </dgm:prSet>
      <dgm:spPr/>
    </dgm:pt>
    <dgm:pt modelId="{EC353F74-EE94-40C6-BEE2-514A073CFB1C}" type="pres">
      <dgm:prSet presAssocID="{50AC6139-0404-4993-92E8-BD2462ED8506}" presName="sibTrans" presStyleCnt="0"/>
      <dgm:spPr/>
    </dgm:pt>
    <dgm:pt modelId="{50D55307-9EE4-46B8-B5C7-A1EC093F0E00}" type="pres">
      <dgm:prSet presAssocID="{9E7BE5A6-0E48-43AC-9D9F-49A86BE938A0}" presName="node" presStyleLbl="node1" presStyleIdx="10" presStyleCnt="22">
        <dgm:presLayoutVars>
          <dgm:bulletEnabled val="1"/>
        </dgm:presLayoutVars>
      </dgm:prSet>
      <dgm:spPr/>
    </dgm:pt>
    <dgm:pt modelId="{D92A1FAD-8BD7-41DA-AED5-9D7ED1D3CEE6}" type="pres">
      <dgm:prSet presAssocID="{40C703DA-A9AE-4BCC-980A-4B6BE17AAE22}" presName="sibTrans" presStyleCnt="0"/>
      <dgm:spPr/>
    </dgm:pt>
    <dgm:pt modelId="{655FE884-026C-487F-8A99-14DE7AFD8562}" type="pres">
      <dgm:prSet presAssocID="{DCB72A18-1D02-4CA7-8294-8931B4F30AFD}" presName="node" presStyleLbl="node1" presStyleIdx="11" presStyleCnt="22">
        <dgm:presLayoutVars>
          <dgm:bulletEnabled val="1"/>
        </dgm:presLayoutVars>
      </dgm:prSet>
      <dgm:spPr/>
    </dgm:pt>
    <dgm:pt modelId="{3A425DA2-9D1B-48D5-B2DC-DA2D204A5712}" type="pres">
      <dgm:prSet presAssocID="{27E95E03-08BE-4C1A-A330-14CF03923BC1}" presName="sibTrans" presStyleCnt="0"/>
      <dgm:spPr/>
    </dgm:pt>
    <dgm:pt modelId="{3C7FA341-D37C-48DE-812A-31B77C2E6BF4}" type="pres">
      <dgm:prSet presAssocID="{007BD541-83EB-4DAE-B99E-E9807CBFAFB8}" presName="node" presStyleLbl="node1" presStyleIdx="12" presStyleCnt="22">
        <dgm:presLayoutVars>
          <dgm:bulletEnabled val="1"/>
        </dgm:presLayoutVars>
      </dgm:prSet>
      <dgm:spPr/>
    </dgm:pt>
    <dgm:pt modelId="{4A5C6B71-35A0-44D7-8967-B534E2AA2A37}" type="pres">
      <dgm:prSet presAssocID="{D6DD4A4C-2CA0-4E85-B0FD-21F2714653EE}" presName="sibTrans" presStyleCnt="0"/>
      <dgm:spPr/>
    </dgm:pt>
    <dgm:pt modelId="{C8E2FC55-4747-42AE-9820-717963A8FD25}" type="pres">
      <dgm:prSet presAssocID="{58425C36-5230-443B-B0DA-64A150645B34}" presName="node" presStyleLbl="node1" presStyleIdx="13" presStyleCnt="22">
        <dgm:presLayoutVars>
          <dgm:bulletEnabled val="1"/>
        </dgm:presLayoutVars>
      </dgm:prSet>
      <dgm:spPr/>
    </dgm:pt>
    <dgm:pt modelId="{49461DAA-BC28-4D56-8928-514692DBD06C}" type="pres">
      <dgm:prSet presAssocID="{730CDBEE-2A68-4720-A411-1B77F9428DE8}" presName="sibTrans" presStyleCnt="0"/>
      <dgm:spPr/>
    </dgm:pt>
    <dgm:pt modelId="{50C951FA-6240-42F5-882D-70DCDBE5352B}" type="pres">
      <dgm:prSet presAssocID="{65271573-A862-4648-9A6C-417EEC3F9F42}" presName="node" presStyleLbl="node1" presStyleIdx="14" presStyleCnt="22">
        <dgm:presLayoutVars>
          <dgm:bulletEnabled val="1"/>
        </dgm:presLayoutVars>
      </dgm:prSet>
      <dgm:spPr/>
    </dgm:pt>
    <dgm:pt modelId="{E25598A4-F67D-4FF7-BAF0-867EDBFF7CF7}" type="pres">
      <dgm:prSet presAssocID="{27810500-3550-435C-AD0A-824C05B9BDD0}" presName="sibTrans" presStyleCnt="0"/>
      <dgm:spPr/>
    </dgm:pt>
    <dgm:pt modelId="{3DC0E106-1594-45DF-B9C3-0900DCC25825}" type="pres">
      <dgm:prSet presAssocID="{88A0E96E-C146-4078-A4D6-8FE5B4C12D1C}" presName="node" presStyleLbl="node1" presStyleIdx="15" presStyleCnt="22">
        <dgm:presLayoutVars>
          <dgm:bulletEnabled val="1"/>
        </dgm:presLayoutVars>
      </dgm:prSet>
      <dgm:spPr/>
    </dgm:pt>
    <dgm:pt modelId="{0E8009F3-0E65-4878-A24D-5D211AEEE725}" type="pres">
      <dgm:prSet presAssocID="{1E5FF421-0FC2-4E7D-860F-1A829BF30881}" presName="sibTrans" presStyleCnt="0"/>
      <dgm:spPr/>
    </dgm:pt>
    <dgm:pt modelId="{019086A5-E505-4A57-B0B3-9787D27FDCD5}" type="pres">
      <dgm:prSet presAssocID="{25ACDA2A-AA26-4E7D-B610-62D7561EB400}" presName="node" presStyleLbl="node1" presStyleIdx="16" presStyleCnt="22">
        <dgm:presLayoutVars>
          <dgm:bulletEnabled val="1"/>
        </dgm:presLayoutVars>
      </dgm:prSet>
      <dgm:spPr/>
    </dgm:pt>
    <dgm:pt modelId="{0E8A5345-6770-4B8F-9887-FC45E9E8F892}" type="pres">
      <dgm:prSet presAssocID="{6044DE9C-4BCE-4CA0-B3A0-8B6295E824D7}" presName="sibTrans" presStyleCnt="0"/>
      <dgm:spPr/>
    </dgm:pt>
    <dgm:pt modelId="{A352F843-46DD-411A-A9DA-E6C25C6445AC}" type="pres">
      <dgm:prSet presAssocID="{778248EA-A5A0-42BD-A599-D1ED38430C4D}" presName="node" presStyleLbl="node1" presStyleIdx="17" presStyleCnt="22">
        <dgm:presLayoutVars>
          <dgm:bulletEnabled val="1"/>
        </dgm:presLayoutVars>
      </dgm:prSet>
      <dgm:spPr/>
    </dgm:pt>
    <dgm:pt modelId="{CD033ED2-93EB-4E3E-BC80-4DF173548A0C}" type="pres">
      <dgm:prSet presAssocID="{74CBE35F-0365-4285-95FF-0187F5D9B534}" presName="sibTrans" presStyleCnt="0"/>
      <dgm:spPr/>
    </dgm:pt>
    <dgm:pt modelId="{39714308-8041-4742-A2BC-ACEEC4AD71AC}" type="pres">
      <dgm:prSet presAssocID="{4339BC50-6EF3-4BAC-ADDF-89CF63673DFC}" presName="node" presStyleLbl="node1" presStyleIdx="18" presStyleCnt="22">
        <dgm:presLayoutVars>
          <dgm:bulletEnabled val="1"/>
        </dgm:presLayoutVars>
      </dgm:prSet>
      <dgm:spPr/>
    </dgm:pt>
    <dgm:pt modelId="{872464E7-231A-4055-B22B-B62B048D5D30}" type="pres">
      <dgm:prSet presAssocID="{0BB82315-20B9-49E6-B151-7D15EDBD5884}" presName="sibTrans" presStyleCnt="0"/>
      <dgm:spPr/>
    </dgm:pt>
    <dgm:pt modelId="{A8180D7F-7C37-45EC-9ACD-A762DA65A797}" type="pres">
      <dgm:prSet presAssocID="{31515419-FAC8-45E2-A391-C9AE0CD4C7A9}" presName="node" presStyleLbl="node1" presStyleIdx="19" presStyleCnt="22">
        <dgm:presLayoutVars>
          <dgm:bulletEnabled val="1"/>
        </dgm:presLayoutVars>
      </dgm:prSet>
      <dgm:spPr/>
    </dgm:pt>
    <dgm:pt modelId="{154E6DE2-B0B5-4FDA-B28B-3B9E50EAE246}" type="pres">
      <dgm:prSet presAssocID="{BDEE5219-C836-4A2B-99D6-4D2F260D8F34}" presName="sibTrans" presStyleCnt="0"/>
      <dgm:spPr/>
    </dgm:pt>
    <dgm:pt modelId="{4EE416EC-ECA0-4EA6-BF5A-DF9DED128536}" type="pres">
      <dgm:prSet presAssocID="{3C32FE50-5A52-4D00-A4A8-DC0D810FFB0F}" presName="node" presStyleLbl="node1" presStyleIdx="20" presStyleCnt="22">
        <dgm:presLayoutVars>
          <dgm:bulletEnabled val="1"/>
        </dgm:presLayoutVars>
      </dgm:prSet>
      <dgm:spPr/>
    </dgm:pt>
    <dgm:pt modelId="{E20069D3-5B45-483B-85EA-F26761331A88}" type="pres">
      <dgm:prSet presAssocID="{2F40AE11-8EFE-49D4-95F5-05B46147E80F}" presName="sibTrans" presStyleCnt="0"/>
      <dgm:spPr/>
    </dgm:pt>
    <dgm:pt modelId="{AA670906-7CF1-46A0-AF83-95919F0A0C32}" type="pres">
      <dgm:prSet presAssocID="{715E453E-D6EC-4D60-A0F4-2A127E5E15B5}" presName="node" presStyleLbl="node1" presStyleIdx="21" presStyleCnt="22">
        <dgm:presLayoutVars>
          <dgm:bulletEnabled val="1"/>
        </dgm:presLayoutVars>
      </dgm:prSet>
      <dgm:spPr/>
    </dgm:pt>
  </dgm:ptLst>
  <dgm:cxnLst>
    <dgm:cxn modelId="{69007002-2F3F-4F0F-9871-8E6ED2864E3D}" srcId="{3DB7F739-FFDD-4830-8AAF-E42834188513}" destId="{DCB72A18-1D02-4CA7-8294-8931B4F30AFD}" srcOrd="11" destOrd="0" parTransId="{435DC6CE-7032-489E-9ABA-BE984F49C8FF}" sibTransId="{27E95E03-08BE-4C1A-A330-14CF03923BC1}"/>
    <dgm:cxn modelId="{9E3F2B14-D12C-4001-9C6C-31010BE51E45}" srcId="{3DB7F739-FFDD-4830-8AAF-E42834188513}" destId="{B93DDA95-6C4A-4481-B36E-A6F90160F479}" srcOrd="1" destOrd="0" parTransId="{567DF17A-644A-414A-91D0-B1BDEEB5BC17}" sibTransId="{6F7FA74F-BBD0-4F96-ACAC-5AA85CF607C1}"/>
    <dgm:cxn modelId="{11BBCE16-8DAE-4E0C-89BE-605ACE8635C3}" type="presOf" srcId="{4339BC50-6EF3-4BAC-ADDF-89CF63673DFC}" destId="{39714308-8041-4742-A2BC-ACEEC4AD71AC}" srcOrd="0" destOrd="0" presId="urn:microsoft.com/office/officeart/2005/8/layout/default"/>
    <dgm:cxn modelId="{7349FB19-7346-441D-B65C-7F2C4CC266BD}" type="presOf" srcId="{715E453E-D6EC-4D60-A0F4-2A127E5E15B5}" destId="{AA670906-7CF1-46A0-AF83-95919F0A0C32}" srcOrd="0" destOrd="0" presId="urn:microsoft.com/office/officeart/2005/8/layout/default"/>
    <dgm:cxn modelId="{9675861A-F64B-4531-B8DE-B229D8501E7A}" type="presOf" srcId="{B93DDA95-6C4A-4481-B36E-A6F90160F479}" destId="{2C05EFA7-7049-4A5A-9455-EF140493F3FF}" srcOrd="0" destOrd="0" presId="urn:microsoft.com/office/officeart/2005/8/layout/default"/>
    <dgm:cxn modelId="{3EC49D1A-92AD-4571-9856-4AD307B83938}" srcId="{3DB7F739-FFDD-4830-8AAF-E42834188513}" destId="{9E7BE5A6-0E48-43AC-9D9F-49A86BE938A0}" srcOrd="10" destOrd="0" parTransId="{D1CD9A9B-0930-4831-8890-A837385610A0}" sibTransId="{40C703DA-A9AE-4BCC-980A-4B6BE17AAE22}"/>
    <dgm:cxn modelId="{C1910D24-18CC-45CB-9445-AC1B696D0320}" type="presOf" srcId="{3DB7F739-FFDD-4830-8AAF-E42834188513}" destId="{1AF82AD6-CCCE-4D98-9A85-17C8EE097F81}" srcOrd="0" destOrd="0" presId="urn:microsoft.com/office/officeart/2005/8/layout/default"/>
    <dgm:cxn modelId="{140D402A-EF59-4884-8671-60DA829D623B}" srcId="{3DB7F739-FFDD-4830-8AAF-E42834188513}" destId="{4339BC50-6EF3-4BAC-ADDF-89CF63673DFC}" srcOrd="18" destOrd="0" parTransId="{597B86D7-521B-4691-805A-69D4C323FC5D}" sibTransId="{0BB82315-20B9-49E6-B151-7D15EDBD5884}"/>
    <dgm:cxn modelId="{EC461732-898D-48F9-8F48-39C47A1B8127}" srcId="{3DB7F739-FFDD-4830-8AAF-E42834188513}" destId="{8E217715-FD53-4FC4-8A81-722C79D10D0E}" srcOrd="2" destOrd="0" parTransId="{A9E7F52C-0155-41B1-B5FF-CEC3272A08EC}" sibTransId="{70F05A7E-9389-4EB3-B58B-8725458E3320}"/>
    <dgm:cxn modelId="{DE048632-54BF-45FF-9E84-8F1D3BA19484}" type="presOf" srcId="{B0EA0A57-A0FB-4815-9CF0-B8893144B0F8}" destId="{95CBB909-AE77-408B-B99B-509DAA5BF525}" srcOrd="0" destOrd="0" presId="urn:microsoft.com/office/officeart/2005/8/layout/default"/>
    <dgm:cxn modelId="{262C5833-C721-4490-895B-884160600D5E}" srcId="{3DB7F739-FFDD-4830-8AAF-E42834188513}" destId="{E9F1FD71-C72E-4741-8B51-69B1D3107B2F}" srcOrd="8" destOrd="0" parTransId="{B50A19E8-E98B-40C3-8E2E-567310A85AFD}" sibTransId="{A7919BF4-B556-480B-8491-6E8279594A04}"/>
    <dgm:cxn modelId="{43C06F3B-D71D-4A61-900E-BBE941B094BF}" type="presOf" srcId="{36984F77-78B9-4964-AF8E-EB1C3A97EDB3}" destId="{7943D876-F175-4CE9-8074-94DBAEDFDA34}" srcOrd="0" destOrd="0" presId="urn:microsoft.com/office/officeart/2005/8/layout/default"/>
    <dgm:cxn modelId="{8466FC5E-5871-410A-8C47-2CF93D3AB4DF}" type="presOf" srcId="{88A0E96E-C146-4078-A4D6-8FE5B4C12D1C}" destId="{3DC0E106-1594-45DF-B9C3-0900DCC25825}" srcOrd="0" destOrd="0" presId="urn:microsoft.com/office/officeart/2005/8/layout/default"/>
    <dgm:cxn modelId="{06DEFB41-086E-40C6-B8FB-2774EA43ADEB}" srcId="{3DB7F739-FFDD-4830-8AAF-E42834188513}" destId="{88A0E96E-C146-4078-A4D6-8FE5B4C12D1C}" srcOrd="15" destOrd="0" parTransId="{96139B74-E0DC-4F7D-BBDF-609DE93D5EC7}" sibTransId="{1E5FF421-0FC2-4E7D-860F-1A829BF30881}"/>
    <dgm:cxn modelId="{5087ED42-1ACC-47CE-8A95-C61183BF585F}" srcId="{3DB7F739-FFDD-4830-8AAF-E42834188513}" destId="{58425C36-5230-443B-B0DA-64A150645B34}" srcOrd="13" destOrd="0" parTransId="{AA3E68A2-DFCE-4DA9-B56E-C316672AC42A}" sibTransId="{730CDBEE-2A68-4720-A411-1B77F9428DE8}"/>
    <dgm:cxn modelId="{36375B69-C3FB-4967-8664-93905E8D51FD}" type="presOf" srcId="{25ACDA2A-AA26-4E7D-B610-62D7561EB400}" destId="{019086A5-E505-4A57-B0B3-9787D27FDCD5}" srcOrd="0" destOrd="0" presId="urn:microsoft.com/office/officeart/2005/8/layout/default"/>
    <dgm:cxn modelId="{DB506449-67D9-45B7-9E6D-2399525E8CC1}" srcId="{3DB7F739-FFDD-4830-8AAF-E42834188513}" destId="{65271573-A862-4648-9A6C-417EEC3F9F42}" srcOrd="14" destOrd="0" parTransId="{0F60D4D2-255C-4744-A62F-7898EFE17C2D}" sibTransId="{27810500-3550-435C-AD0A-824C05B9BDD0}"/>
    <dgm:cxn modelId="{D60CD049-5A34-48B1-96E1-274B7E35AD78}" type="presOf" srcId="{007BD541-83EB-4DAE-B99E-E9807CBFAFB8}" destId="{3C7FA341-D37C-48DE-812A-31B77C2E6BF4}" srcOrd="0" destOrd="0" presId="urn:microsoft.com/office/officeart/2005/8/layout/default"/>
    <dgm:cxn modelId="{00C6356B-8085-4767-9C34-BAC6E6CA0149}" type="presOf" srcId="{31515419-FAC8-45E2-A391-C9AE0CD4C7A9}" destId="{A8180D7F-7C37-45EC-9ACD-A762DA65A797}" srcOrd="0" destOrd="0" presId="urn:microsoft.com/office/officeart/2005/8/layout/default"/>
    <dgm:cxn modelId="{5BC6A84B-2C38-4D6C-895A-925998D36F85}" srcId="{3DB7F739-FFDD-4830-8AAF-E42834188513}" destId="{4E5DE395-546E-4D1F-A518-FEC88A0E6423}" srcOrd="7" destOrd="0" parTransId="{F2C861DE-595E-4EEE-8D49-730C701BC882}" sibTransId="{367F2191-8F24-4EA6-AE38-E14F9FB8C2AD}"/>
    <dgm:cxn modelId="{DB516570-B273-408E-9338-E30393FD0BA7}" type="presOf" srcId="{BCF1A9DC-EAE0-45C9-B050-2B52FECC9CAA}" destId="{01D6D84C-3A81-4DE6-ABE9-F45DD4F4C2BF}" srcOrd="0" destOrd="0" presId="urn:microsoft.com/office/officeart/2005/8/layout/default"/>
    <dgm:cxn modelId="{8ECCB571-C2B8-4EF6-9EE4-5195372DB359}" srcId="{3DB7F739-FFDD-4830-8AAF-E42834188513}" destId="{5399BEC5-F1A7-4F84-BFB1-47DA5906422E}" srcOrd="9" destOrd="0" parTransId="{4B453AE2-785F-41D0-B8C2-B1355BDD6BD5}" sibTransId="{50AC6139-0404-4993-92E8-BD2462ED8506}"/>
    <dgm:cxn modelId="{60019C54-E9E3-4F63-997C-E871DE416C8F}" srcId="{3DB7F739-FFDD-4830-8AAF-E42834188513}" destId="{778248EA-A5A0-42BD-A599-D1ED38430C4D}" srcOrd="17" destOrd="0" parTransId="{14E43965-F3DD-4ABD-922F-C25F11E87901}" sibTransId="{74CBE35F-0365-4285-95FF-0187F5D9B534}"/>
    <dgm:cxn modelId="{DB1C275A-24C1-45C2-B4D5-DF20583CC36C}" srcId="{3DB7F739-FFDD-4830-8AAF-E42834188513}" destId="{007BD541-83EB-4DAE-B99E-E9807CBFAFB8}" srcOrd="12" destOrd="0" parTransId="{D72DE34C-2443-44D0-9621-F78DAB74BF4B}" sibTransId="{D6DD4A4C-2CA0-4E85-B0FD-21F2714653EE}"/>
    <dgm:cxn modelId="{CE9DB07B-BB8B-49D3-AD7E-FF2A9615CD9A}" type="presOf" srcId="{5399BEC5-F1A7-4F84-BFB1-47DA5906422E}" destId="{3CB802BB-CDC3-4AF0-B178-DCEBC19DDB1B}" srcOrd="0" destOrd="0" presId="urn:microsoft.com/office/officeart/2005/8/layout/default"/>
    <dgm:cxn modelId="{A55ABC7E-3032-4A6A-B662-DAACC80A322F}" srcId="{3DB7F739-FFDD-4830-8AAF-E42834188513}" destId="{BCF1A9DC-EAE0-45C9-B050-2B52FECC9CAA}" srcOrd="6" destOrd="0" parTransId="{849BA3B5-37B9-498F-8DA3-D323C2B4D8D1}" sibTransId="{810E206D-5485-4B5E-8429-583CAEC55B6C}"/>
    <dgm:cxn modelId="{55F27A83-948D-4103-A5E9-6608041BEA71}" srcId="{3DB7F739-FFDD-4830-8AAF-E42834188513}" destId="{3C32FE50-5A52-4D00-A4A8-DC0D810FFB0F}" srcOrd="20" destOrd="0" parTransId="{7F789D2D-6DF9-4585-848B-94D4D6717285}" sibTransId="{2F40AE11-8EFE-49D4-95F5-05B46147E80F}"/>
    <dgm:cxn modelId="{A874A389-A6E0-4A78-818A-684CA39E9BB1}" type="presOf" srcId="{9E7BE5A6-0E48-43AC-9D9F-49A86BE938A0}" destId="{50D55307-9EE4-46B8-B5C7-A1EC093F0E00}" srcOrd="0" destOrd="0" presId="urn:microsoft.com/office/officeart/2005/8/layout/default"/>
    <dgm:cxn modelId="{D81F0690-B63D-4D18-A2E6-431F9B41BE28}" srcId="{3DB7F739-FFDD-4830-8AAF-E42834188513}" destId="{715E453E-D6EC-4D60-A0F4-2A127E5E15B5}" srcOrd="21" destOrd="0" parTransId="{9984A51B-9136-47E5-8AB8-14C5B26AAF8F}" sibTransId="{5C3D3840-A667-4CB4-8571-7E0E27DB29AF}"/>
    <dgm:cxn modelId="{14813492-6598-406D-A88A-AA31E9C19819}" type="presOf" srcId="{3C32FE50-5A52-4D00-A4A8-DC0D810FFB0F}" destId="{4EE416EC-ECA0-4EA6-BF5A-DF9DED128536}" srcOrd="0" destOrd="0" presId="urn:microsoft.com/office/officeart/2005/8/layout/default"/>
    <dgm:cxn modelId="{1BF63097-501C-4570-BB1C-9A0EFBF63C3A}" type="presOf" srcId="{65271573-A862-4648-9A6C-417EEC3F9F42}" destId="{50C951FA-6240-42F5-882D-70DCDBE5352B}" srcOrd="0" destOrd="0" presId="urn:microsoft.com/office/officeart/2005/8/layout/default"/>
    <dgm:cxn modelId="{A925149B-9BEB-417B-946F-2BFF066D5F91}" type="presOf" srcId="{A4FDD822-ABA8-4151-A2F4-9CF92733851C}" destId="{EB9BA22D-764F-4BA2-9A4F-F441C27428F1}" srcOrd="0" destOrd="0" presId="urn:microsoft.com/office/officeart/2005/8/layout/default"/>
    <dgm:cxn modelId="{38AE7BAD-A89A-485F-B810-EFB92961C684}" srcId="{3DB7F739-FFDD-4830-8AAF-E42834188513}" destId="{31515419-FAC8-45E2-A391-C9AE0CD4C7A9}" srcOrd="19" destOrd="0" parTransId="{8C5E85AF-1EF7-492E-A145-A2E04DA495D6}" sibTransId="{BDEE5219-C836-4A2B-99D6-4D2F260D8F34}"/>
    <dgm:cxn modelId="{3CC8CDAD-E276-4038-B130-902701F7D336}" srcId="{3DB7F739-FFDD-4830-8AAF-E42834188513}" destId="{022E5F10-1BB5-463F-8E6C-6F59A86B9865}" srcOrd="4" destOrd="0" parTransId="{E7D49E1F-2B8C-4813-922B-5769144262E7}" sibTransId="{13E04CB0-B3FB-4D32-86BE-97973ABBCDF2}"/>
    <dgm:cxn modelId="{3056D4B6-9763-41CC-9138-F49F068B880F}" srcId="{3DB7F739-FFDD-4830-8AAF-E42834188513}" destId="{A4FDD822-ABA8-4151-A2F4-9CF92733851C}" srcOrd="0" destOrd="0" parTransId="{809C8548-4AD4-48D0-B67C-FFAB9C0E035C}" sibTransId="{FF684EF2-FB6D-4EA1-B793-7874891AA374}"/>
    <dgm:cxn modelId="{B111D6BC-F724-45B7-BFFD-D2A56762D0D2}" type="presOf" srcId="{4E5DE395-546E-4D1F-A518-FEC88A0E6423}" destId="{A7734AF8-547F-4FF4-A682-527BB45FBD41}" srcOrd="0" destOrd="0" presId="urn:microsoft.com/office/officeart/2005/8/layout/default"/>
    <dgm:cxn modelId="{588127C2-7B94-433F-9FE4-E71FDF6017ED}" srcId="{3DB7F739-FFDD-4830-8AAF-E42834188513}" destId="{25ACDA2A-AA26-4E7D-B610-62D7561EB400}" srcOrd="16" destOrd="0" parTransId="{580BEBE0-C2E8-4134-82E2-4851AAE069B0}" sibTransId="{6044DE9C-4BCE-4CA0-B3A0-8B6295E824D7}"/>
    <dgm:cxn modelId="{598648D5-2776-4D6E-A8D1-FB91050A90A3}" type="presOf" srcId="{022E5F10-1BB5-463F-8E6C-6F59A86B9865}" destId="{6F89E126-DBAB-4FE6-B2EA-56F6C1FF9E56}" srcOrd="0" destOrd="0" presId="urn:microsoft.com/office/officeart/2005/8/layout/default"/>
    <dgm:cxn modelId="{091791DF-4CF4-4E7B-AD4D-B567A4B4F977}" type="presOf" srcId="{58425C36-5230-443B-B0DA-64A150645B34}" destId="{C8E2FC55-4747-42AE-9820-717963A8FD25}" srcOrd="0" destOrd="0" presId="urn:microsoft.com/office/officeart/2005/8/layout/default"/>
    <dgm:cxn modelId="{59D558E4-10E9-4994-AC3F-D4EF9B1E6D1E}" srcId="{3DB7F739-FFDD-4830-8AAF-E42834188513}" destId="{B0EA0A57-A0FB-4815-9CF0-B8893144B0F8}" srcOrd="3" destOrd="0" parTransId="{9ED7C1FE-6124-45B4-87BA-C20DD1332915}" sibTransId="{344A7C55-709F-43B1-B587-9CEAA5A2E847}"/>
    <dgm:cxn modelId="{CE3BA5E5-B53A-4A5C-92BD-3E3F26DF8E8E}" type="presOf" srcId="{8E217715-FD53-4FC4-8A81-722C79D10D0E}" destId="{344C3BFA-77C0-485C-ACFB-539787446E4A}" srcOrd="0" destOrd="0" presId="urn:microsoft.com/office/officeart/2005/8/layout/default"/>
    <dgm:cxn modelId="{D4BFF0F2-8EE9-4D15-8507-39591A34FF7F}" type="presOf" srcId="{778248EA-A5A0-42BD-A599-D1ED38430C4D}" destId="{A352F843-46DD-411A-A9DA-E6C25C6445AC}" srcOrd="0" destOrd="0" presId="urn:microsoft.com/office/officeart/2005/8/layout/default"/>
    <dgm:cxn modelId="{D685C3F3-C323-43BD-8AB9-E1A8BDCED302}" srcId="{3DB7F739-FFDD-4830-8AAF-E42834188513}" destId="{36984F77-78B9-4964-AF8E-EB1C3A97EDB3}" srcOrd="5" destOrd="0" parTransId="{DA95EA91-5A94-4D70-9C60-6450847A32D2}" sibTransId="{D6C648F7-99F2-4FA3-86E5-986190683D4C}"/>
    <dgm:cxn modelId="{6E6EF7F6-2DDC-4067-A045-A45E57CFC14C}" type="presOf" srcId="{E9F1FD71-C72E-4741-8B51-69B1D3107B2F}" destId="{531DF2FE-0BCA-4C1B-81BD-43BB22AB7D2D}" srcOrd="0" destOrd="0" presId="urn:microsoft.com/office/officeart/2005/8/layout/default"/>
    <dgm:cxn modelId="{95FC51FF-7061-45B9-A35F-A8EDBBD10E06}" type="presOf" srcId="{DCB72A18-1D02-4CA7-8294-8931B4F30AFD}" destId="{655FE884-026C-487F-8A99-14DE7AFD8562}" srcOrd="0" destOrd="0" presId="urn:microsoft.com/office/officeart/2005/8/layout/default"/>
    <dgm:cxn modelId="{8EA768FB-F085-4847-A53E-39072C21B5BA}" type="presParOf" srcId="{1AF82AD6-CCCE-4D98-9A85-17C8EE097F81}" destId="{EB9BA22D-764F-4BA2-9A4F-F441C27428F1}" srcOrd="0" destOrd="0" presId="urn:microsoft.com/office/officeart/2005/8/layout/default"/>
    <dgm:cxn modelId="{6B9F2FA7-344B-4FFF-949C-505362BB7291}" type="presParOf" srcId="{1AF82AD6-CCCE-4D98-9A85-17C8EE097F81}" destId="{F1EBF8BE-57C7-44F1-A60E-7552CBDBBC0B}" srcOrd="1" destOrd="0" presId="urn:microsoft.com/office/officeart/2005/8/layout/default"/>
    <dgm:cxn modelId="{D09F0692-4FF1-45DB-AAD5-772EB23E8563}" type="presParOf" srcId="{1AF82AD6-CCCE-4D98-9A85-17C8EE097F81}" destId="{2C05EFA7-7049-4A5A-9455-EF140493F3FF}" srcOrd="2" destOrd="0" presId="urn:microsoft.com/office/officeart/2005/8/layout/default"/>
    <dgm:cxn modelId="{1718745A-460C-4991-B5CE-AB80B8F7F831}" type="presParOf" srcId="{1AF82AD6-CCCE-4D98-9A85-17C8EE097F81}" destId="{848B996A-3ADC-4C4B-87C2-F0AFA06B09E4}" srcOrd="3" destOrd="0" presId="urn:microsoft.com/office/officeart/2005/8/layout/default"/>
    <dgm:cxn modelId="{A8DC1D04-739C-44F6-ADC5-BB4AFC4E0560}" type="presParOf" srcId="{1AF82AD6-CCCE-4D98-9A85-17C8EE097F81}" destId="{344C3BFA-77C0-485C-ACFB-539787446E4A}" srcOrd="4" destOrd="0" presId="urn:microsoft.com/office/officeart/2005/8/layout/default"/>
    <dgm:cxn modelId="{4654ACD0-1DF0-4BC3-9995-243C4A8E6B9D}" type="presParOf" srcId="{1AF82AD6-CCCE-4D98-9A85-17C8EE097F81}" destId="{595FE244-DDE3-4FEC-9B22-344C057C5DE9}" srcOrd="5" destOrd="0" presId="urn:microsoft.com/office/officeart/2005/8/layout/default"/>
    <dgm:cxn modelId="{F3854EDD-DBFD-4D66-8E38-A186540B9ED5}" type="presParOf" srcId="{1AF82AD6-CCCE-4D98-9A85-17C8EE097F81}" destId="{95CBB909-AE77-408B-B99B-509DAA5BF525}" srcOrd="6" destOrd="0" presId="urn:microsoft.com/office/officeart/2005/8/layout/default"/>
    <dgm:cxn modelId="{D6B72C7C-06BD-489D-B0AE-7AAA83E6FF36}" type="presParOf" srcId="{1AF82AD6-CCCE-4D98-9A85-17C8EE097F81}" destId="{87EC7F2B-C47F-4FFC-870A-657535858312}" srcOrd="7" destOrd="0" presId="urn:microsoft.com/office/officeart/2005/8/layout/default"/>
    <dgm:cxn modelId="{B7C080B8-DCE3-4A63-B4B3-0ADBBC99DFAE}" type="presParOf" srcId="{1AF82AD6-CCCE-4D98-9A85-17C8EE097F81}" destId="{6F89E126-DBAB-4FE6-B2EA-56F6C1FF9E56}" srcOrd="8" destOrd="0" presId="urn:microsoft.com/office/officeart/2005/8/layout/default"/>
    <dgm:cxn modelId="{9F75601F-011C-4DE7-866A-DC225AD0C463}" type="presParOf" srcId="{1AF82AD6-CCCE-4D98-9A85-17C8EE097F81}" destId="{5D199211-458E-42EE-86DC-9D68AA7DD4BE}" srcOrd="9" destOrd="0" presId="urn:microsoft.com/office/officeart/2005/8/layout/default"/>
    <dgm:cxn modelId="{15C77CA5-B8F5-4064-9FD0-500DD07F8BFE}" type="presParOf" srcId="{1AF82AD6-CCCE-4D98-9A85-17C8EE097F81}" destId="{7943D876-F175-4CE9-8074-94DBAEDFDA34}" srcOrd="10" destOrd="0" presId="urn:microsoft.com/office/officeart/2005/8/layout/default"/>
    <dgm:cxn modelId="{89A12700-3B4E-4D63-9028-A46E76821EAD}" type="presParOf" srcId="{1AF82AD6-CCCE-4D98-9A85-17C8EE097F81}" destId="{E1EB1198-1D01-4286-8172-D4D4C69D21EA}" srcOrd="11" destOrd="0" presId="urn:microsoft.com/office/officeart/2005/8/layout/default"/>
    <dgm:cxn modelId="{5CF54558-11A4-471B-A8D9-45B1B040F529}" type="presParOf" srcId="{1AF82AD6-CCCE-4D98-9A85-17C8EE097F81}" destId="{01D6D84C-3A81-4DE6-ABE9-F45DD4F4C2BF}" srcOrd="12" destOrd="0" presId="urn:microsoft.com/office/officeart/2005/8/layout/default"/>
    <dgm:cxn modelId="{93785F53-D595-4A61-B738-CF4A42742B19}" type="presParOf" srcId="{1AF82AD6-CCCE-4D98-9A85-17C8EE097F81}" destId="{8C405F22-ED39-4C98-9959-ED4540A71342}" srcOrd="13" destOrd="0" presId="urn:microsoft.com/office/officeart/2005/8/layout/default"/>
    <dgm:cxn modelId="{2B414E58-F506-443E-AFCF-8BE775089499}" type="presParOf" srcId="{1AF82AD6-CCCE-4D98-9A85-17C8EE097F81}" destId="{A7734AF8-547F-4FF4-A682-527BB45FBD41}" srcOrd="14" destOrd="0" presId="urn:microsoft.com/office/officeart/2005/8/layout/default"/>
    <dgm:cxn modelId="{70621235-B633-4034-8A7F-192DC71524E6}" type="presParOf" srcId="{1AF82AD6-CCCE-4D98-9A85-17C8EE097F81}" destId="{D418787C-A4A1-478D-B873-CC38C329B30C}" srcOrd="15" destOrd="0" presId="urn:microsoft.com/office/officeart/2005/8/layout/default"/>
    <dgm:cxn modelId="{C9210876-EDA4-45B8-9B78-03AFD1749B58}" type="presParOf" srcId="{1AF82AD6-CCCE-4D98-9A85-17C8EE097F81}" destId="{531DF2FE-0BCA-4C1B-81BD-43BB22AB7D2D}" srcOrd="16" destOrd="0" presId="urn:microsoft.com/office/officeart/2005/8/layout/default"/>
    <dgm:cxn modelId="{0353A56C-2B07-492D-A22A-FD35E1D95F11}" type="presParOf" srcId="{1AF82AD6-CCCE-4D98-9A85-17C8EE097F81}" destId="{341CD2B8-C072-4800-87D5-DE0069B2F5A4}" srcOrd="17" destOrd="0" presId="urn:microsoft.com/office/officeart/2005/8/layout/default"/>
    <dgm:cxn modelId="{DFBDEDE1-5D23-4D27-8542-EDDA08DD173A}" type="presParOf" srcId="{1AF82AD6-CCCE-4D98-9A85-17C8EE097F81}" destId="{3CB802BB-CDC3-4AF0-B178-DCEBC19DDB1B}" srcOrd="18" destOrd="0" presId="urn:microsoft.com/office/officeart/2005/8/layout/default"/>
    <dgm:cxn modelId="{64E51517-C5BE-4A75-8FD8-C0FAC8DAB282}" type="presParOf" srcId="{1AF82AD6-CCCE-4D98-9A85-17C8EE097F81}" destId="{EC353F74-EE94-40C6-BEE2-514A073CFB1C}" srcOrd="19" destOrd="0" presId="urn:microsoft.com/office/officeart/2005/8/layout/default"/>
    <dgm:cxn modelId="{5EBD6B11-605A-4DFF-8236-A8CE3C724EAE}" type="presParOf" srcId="{1AF82AD6-CCCE-4D98-9A85-17C8EE097F81}" destId="{50D55307-9EE4-46B8-B5C7-A1EC093F0E00}" srcOrd="20" destOrd="0" presId="urn:microsoft.com/office/officeart/2005/8/layout/default"/>
    <dgm:cxn modelId="{1121EB23-7BCE-4B16-946F-4DDFF7163975}" type="presParOf" srcId="{1AF82AD6-CCCE-4D98-9A85-17C8EE097F81}" destId="{D92A1FAD-8BD7-41DA-AED5-9D7ED1D3CEE6}" srcOrd="21" destOrd="0" presId="urn:microsoft.com/office/officeart/2005/8/layout/default"/>
    <dgm:cxn modelId="{082CB877-7527-46B9-8722-A94D6AD9413D}" type="presParOf" srcId="{1AF82AD6-CCCE-4D98-9A85-17C8EE097F81}" destId="{655FE884-026C-487F-8A99-14DE7AFD8562}" srcOrd="22" destOrd="0" presId="urn:microsoft.com/office/officeart/2005/8/layout/default"/>
    <dgm:cxn modelId="{C3C7B5D0-35A7-4C3E-8BED-4FBD1810C839}" type="presParOf" srcId="{1AF82AD6-CCCE-4D98-9A85-17C8EE097F81}" destId="{3A425DA2-9D1B-48D5-B2DC-DA2D204A5712}" srcOrd="23" destOrd="0" presId="urn:microsoft.com/office/officeart/2005/8/layout/default"/>
    <dgm:cxn modelId="{B2902571-EEA5-4183-88F0-159894DC4095}" type="presParOf" srcId="{1AF82AD6-CCCE-4D98-9A85-17C8EE097F81}" destId="{3C7FA341-D37C-48DE-812A-31B77C2E6BF4}" srcOrd="24" destOrd="0" presId="urn:microsoft.com/office/officeart/2005/8/layout/default"/>
    <dgm:cxn modelId="{AEF473F8-D15E-4623-AB70-3611754C0C28}" type="presParOf" srcId="{1AF82AD6-CCCE-4D98-9A85-17C8EE097F81}" destId="{4A5C6B71-35A0-44D7-8967-B534E2AA2A37}" srcOrd="25" destOrd="0" presId="urn:microsoft.com/office/officeart/2005/8/layout/default"/>
    <dgm:cxn modelId="{0468D15E-BAC5-4EE3-911F-9597CA253C11}" type="presParOf" srcId="{1AF82AD6-CCCE-4D98-9A85-17C8EE097F81}" destId="{C8E2FC55-4747-42AE-9820-717963A8FD25}" srcOrd="26" destOrd="0" presId="urn:microsoft.com/office/officeart/2005/8/layout/default"/>
    <dgm:cxn modelId="{FFF2EA96-3F97-44AC-91B2-7D503F681309}" type="presParOf" srcId="{1AF82AD6-CCCE-4D98-9A85-17C8EE097F81}" destId="{49461DAA-BC28-4D56-8928-514692DBD06C}" srcOrd="27" destOrd="0" presId="urn:microsoft.com/office/officeart/2005/8/layout/default"/>
    <dgm:cxn modelId="{1DA77A48-9FFA-439D-A415-9EF39784E396}" type="presParOf" srcId="{1AF82AD6-CCCE-4D98-9A85-17C8EE097F81}" destId="{50C951FA-6240-42F5-882D-70DCDBE5352B}" srcOrd="28" destOrd="0" presId="urn:microsoft.com/office/officeart/2005/8/layout/default"/>
    <dgm:cxn modelId="{5265C806-BFC3-4DD0-A296-F5C2A4E7141B}" type="presParOf" srcId="{1AF82AD6-CCCE-4D98-9A85-17C8EE097F81}" destId="{E25598A4-F67D-4FF7-BAF0-867EDBFF7CF7}" srcOrd="29" destOrd="0" presId="urn:microsoft.com/office/officeart/2005/8/layout/default"/>
    <dgm:cxn modelId="{6B69D1BB-AFB0-40F8-A5A8-5116523F10FB}" type="presParOf" srcId="{1AF82AD6-CCCE-4D98-9A85-17C8EE097F81}" destId="{3DC0E106-1594-45DF-B9C3-0900DCC25825}" srcOrd="30" destOrd="0" presId="urn:microsoft.com/office/officeart/2005/8/layout/default"/>
    <dgm:cxn modelId="{F46A0A10-77DB-4A7C-A22A-2BE0CE490730}" type="presParOf" srcId="{1AF82AD6-CCCE-4D98-9A85-17C8EE097F81}" destId="{0E8009F3-0E65-4878-A24D-5D211AEEE725}" srcOrd="31" destOrd="0" presId="urn:microsoft.com/office/officeart/2005/8/layout/default"/>
    <dgm:cxn modelId="{C62FEA7E-E17E-4E7A-B307-B73323365415}" type="presParOf" srcId="{1AF82AD6-CCCE-4D98-9A85-17C8EE097F81}" destId="{019086A5-E505-4A57-B0B3-9787D27FDCD5}" srcOrd="32" destOrd="0" presId="urn:microsoft.com/office/officeart/2005/8/layout/default"/>
    <dgm:cxn modelId="{4C68EA0D-F5D2-4730-9580-3F4DCDF7F7E8}" type="presParOf" srcId="{1AF82AD6-CCCE-4D98-9A85-17C8EE097F81}" destId="{0E8A5345-6770-4B8F-9887-FC45E9E8F892}" srcOrd="33" destOrd="0" presId="urn:microsoft.com/office/officeart/2005/8/layout/default"/>
    <dgm:cxn modelId="{FEF1DD74-44ED-423F-A0C0-2CC3211DE2A5}" type="presParOf" srcId="{1AF82AD6-CCCE-4D98-9A85-17C8EE097F81}" destId="{A352F843-46DD-411A-A9DA-E6C25C6445AC}" srcOrd="34" destOrd="0" presId="urn:microsoft.com/office/officeart/2005/8/layout/default"/>
    <dgm:cxn modelId="{78614425-86E1-494F-9D6A-B92A91AA794C}" type="presParOf" srcId="{1AF82AD6-CCCE-4D98-9A85-17C8EE097F81}" destId="{CD033ED2-93EB-4E3E-BC80-4DF173548A0C}" srcOrd="35" destOrd="0" presId="urn:microsoft.com/office/officeart/2005/8/layout/default"/>
    <dgm:cxn modelId="{9D37DCE7-35B1-46B8-A90D-1BABD4555FBF}" type="presParOf" srcId="{1AF82AD6-CCCE-4D98-9A85-17C8EE097F81}" destId="{39714308-8041-4742-A2BC-ACEEC4AD71AC}" srcOrd="36" destOrd="0" presId="urn:microsoft.com/office/officeart/2005/8/layout/default"/>
    <dgm:cxn modelId="{3E43EA02-4DB1-4119-AD29-66A03B1B9812}" type="presParOf" srcId="{1AF82AD6-CCCE-4D98-9A85-17C8EE097F81}" destId="{872464E7-231A-4055-B22B-B62B048D5D30}" srcOrd="37" destOrd="0" presId="urn:microsoft.com/office/officeart/2005/8/layout/default"/>
    <dgm:cxn modelId="{9082057F-92E1-4825-873C-FAF3180F7130}" type="presParOf" srcId="{1AF82AD6-CCCE-4D98-9A85-17C8EE097F81}" destId="{A8180D7F-7C37-45EC-9ACD-A762DA65A797}" srcOrd="38" destOrd="0" presId="urn:microsoft.com/office/officeart/2005/8/layout/default"/>
    <dgm:cxn modelId="{D635075D-7710-4215-A0C6-61852962980A}" type="presParOf" srcId="{1AF82AD6-CCCE-4D98-9A85-17C8EE097F81}" destId="{154E6DE2-B0B5-4FDA-B28B-3B9E50EAE246}" srcOrd="39" destOrd="0" presId="urn:microsoft.com/office/officeart/2005/8/layout/default"/>
    <dgm:cxn modelId="{4148A112-65D2-405D-8FCD-459FC2EB2839}" type="presParOf" srcId="{1AF82AD6-CCCE-4D98-9A85-17C8EE097F81}" destId="{4EE416EC-ECA0-4EA6-BF5A-DF9DED128536}" srcOrd="40" destOrd="0" presId="urn:microsoft.com/office/officeart/2005/8/layout/default"/>
    <dgm:cxn modelId="{D539C8C8-37D3-4557-AF5B-71DC47E9F2B8}" type="presParOf" srcId="{1AF82AD6-CCCE-4D98-9A85-17C8EE097F81}" destId="{E20069D3-5B45-483B-85EA-F26761331A88}" srcOrd="41" destOrd="0" presId="urn:microsoft.com/office/officeart/2005/8/layout/default"/>
    <dgm:cxn modelId="{D7CFE48B-4CF9-48BC-A8F8-57A78586A0C2}" type="presParOf" srcId="{1AF82AD6-CCCE-4D98-9A85-17C8EE097F81}" destId="{AA670906-7CF1-46A0-AF83-95919F0A0C32}" srcOrd="4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22E3E25-E43D-4172-B7E7-95AC15FFC59E}"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53B4A0AE-C72E-45D3-A9F5-E38F2A9EC085}">
      <dgm:prSet/>
      <dgm:spPr/>
      <dgm:t>
        <a:bodyPr/>
        <a:lstStyle/>
        <a:p>
          <a:r>
            <a:rPr lang="en-IN"/>
            <a:t>The major modules of Failure Archive include:</a:t>
          </a:r>
          <a:endParaRPr lang="en-US"/>
        </a:p>
      </dgm:t>
    </dgm:pt>
    <dgm:pt modelId="{F691FE58-956F-47C7-A89B-A0671D0B0144}" type="parTrans" cxnId="{18C08CFE-0769-475C-904F-DD3C1902A0C4}">
      <dgm:prSet/>
      <dgm:spPr/>
      <dgm:t>
        <a:bodyPr/>
        <a:lstStyle/>
        <a:p>
          <a:endParaRPr lang="en-US"/>
        </a:p>
      </dgm:t>
    </dgm:pt>
    <dgm:pt modelId="{B2837AC3-7848-421B-BA8B-33A263F2379E}" type="sibTrans" cxnId="{18C08CFE-0769-475C-904F-DD3C1902A0C4}">
      <dgm:prSet/>
      <dgm:spPr/>
      <dgm:t>
        <a:bodyPr/>
        <a:lstStyle/>
        <a:p>
          <a:endParaRPr lang="en-US"/>
        </a:p>
      </dgm:t>
    </dgm:pt>
    <dgm:pt modelId="{6ADC0B00-4B0C-468B-B857-16DAFDB0CDD0}">
      <dgm:prSet/>
      <dgm:spPr/>
      <dgm:t>
        <a:bodyPr/>
        <a:lstStyle/>
        <a:p>
          <a:r>
            <a:rPr lang="en-IN" b="1"/>
            <a:t>1. Homepage</a:t>
          </a:r>
          <a:endParaRPr lang="en-US"/>
        </a:p>
      </dgm:t>
    </dgm:pt>
    <dgm:pt modelId="{6DEBAA94-1FD6-4B75-B6F0-9866D0A55EE3}" type="parTrans" cxnId="{3ACA0322-7671-47AE-A7BD-D41BACFAA384}">
      <dgm:prSet/>
      <dgm:spPr/>
      <dgm:t>
        <a:bodyPr/>
        <a:lstStyle/>
        <a:p>
          <a:endParaRPr lang="en-US"/>
        </a:p>
      </dgm:t>
    </dgm:pt>
    <dgm:pt modelId="{E36D2E2E-F8AD-4E89-BA0C-3C51826096EA}" type="sibTrans" cxnId="{3ACA0322-7671-47AE-A7BD-D41BACFAA384}">
      <dgm:prSet/>
      <dgm:spPr/>
      <dgm:t>
        <a:bodyPr/>
        <a:lstStyle/>
        <a:p>
          <a:endParaRPr lang="en-US"/>
        </a:p>
      </dgm:t>
    </dgm:pt>
    <dgm:pt modelId="{9D1E6459-77D9-48F7-8CFB-53716FB6EE46}">
      <dgm:prSet/>
      <dgm:spPr/>
      <dgm:t>
        <a:bodyPr/>
        <a:lstStyle/>
        <a:p>
          <a:r>
            <a:rPr lang="en-IN"/>
            <a:t>The homepage introduces users to the mission of the platform and highlights its strategic value.</a:t>
          </a:r>
          <a:endParaRPr lang="en-US"/>
        </a:p>
      </dgm:t>
    </dgm:pt>
    <dgm:pt modelId="{5E8C2FEB-24D2-4305-8D13-9C8731B257C8}" type="parTrans" cxnId="{FFF8408B-4BF5-4223-8039-A2CF7EFDC1AD}">
      <dgm:prSet/>
      <dgm:spPr/>
      <dgm:t>
        <a:bodyPr/>
        <a:lstStyle/>
        <a:p>
          <a:endParaRPr lang="en-US"/>
        </a:p>
      </dgm:t>
    </dgm:pt>
    <dgm:pt modelId="{E52086E1-49AA-4A67-B148-3DA3B507FBBC}" type="sibTrans" cxnId="{FFF8408B-4BF5-4223-8039-A2CF7EFDC1AD}">
      <dgm:prSet/>
      <dgm:spPr/>
      <dgm:t>
        <a:bodyPr/>
        <a:lstStyle/>
        <a:p>
          <a:endParaRPr lang="en-US"/>
        </a:p>
      </dgm:t>
    </dgm:pt>
    <dgm:pt modelId="{DF66FFB2-B410-473C-B7E0-B19477D46AF5}">
      <dgm:prSet/>
      <dgm:spPr/>
      <dgm:t>
        <a:bodyPr/>
        <a:lstStyle/>
        <a:p>
          <a:r>
            <a:rPr lang="en-IN"/>
            <a:t>Features incline</a:t>
          </a:r>
          <a:endParaRPr lang="en-US"/>
        </a:p>
      </dgm:t>
    </dgm:pt>
    <dgm:pt modelId="{A1685F6A-3DC5-4018-B807-A18A3771E309}" type="parTrans" cxnId="{E0AD06B7-134D-4B6B-9727-470DAE169069}">
      <dgm:prSet/>
      <dgm:spPr/>
      <dgm:t>
        <a:bodyPr/>
        <a:lstStyle/>
        <a:p>
          <a:endParaRPr lang="en-US"/>
        </a:p>
      </dgm:t>
    </dgm:pt>
    <dgm:pt modelId="{5177E2C3-7E54-4F1A-A75E-D337D2DF18FF}" type="sibTrans" cxnId="{E0AD06B7-134D-4B6B-9727-470DAE169069}">
      <dgm:prSet/>
      <dgm:spPr/>
      <dgm:t>
        <a:bodyPr/>
        <a:lstStyle/>
        <a:p>
          <a:endParaRPr lang="en-US"/>
        </a:p>
      </dgm:t>
    </dgm:pt>
    <dgm:pt modelId="{0860B62B-4828-4876-B4AB-0FB80D373E09}">
      <dgm:prSet/>
      <dgm:spPr/>
      <dgm:t>
        <a:bodyPr/>
        <a:lstStyle/>
        <a:p>
          <a:r>
            <a:rPr lang="en-IN"/>
            <a:t>Navigation Menu. </a:t>
          </a:r>
          <a:endParaRPr lang="en-US"/>
        </a:p>
      </dgm:t>
    </dgm:pt>
    <dgm:pt modelId="{1001D767-C4B3-40AE-93DC-FCFC42F9616F}" type="parTrans" cxnId="{0B0146A8-7376-42F5-9CFB-4AE1EEC4EB94}">
      <dgm:prSet/>
      <dgm:spPr/>
      <dgm:t>
        <a:bodyPr/>
        <a:lstStyle/>
        <a:p>
          <a:endParaRPr lang="en-US"/>
        </a:p>
      </dgm:t>
    </dgm:pt>
    <dgm:pt modelId="{03CBA680-AF95-4125-BCCF-6DA9B02CCBF5}" type="sibTrans" cxnId="{0B0146A8-7376-42F5-9CFB-4AE1EEC4EB94}">
      <dgm:prSet/>
      <dgm:spPr/>
      <dgm:t>
        <a:bodyPr/>
        <a:lstStyle/>
        <a:p>
          <a:endParaRPr lang="en-US"/>
        </a:p>
      </dgm:t>
    </dgm:pt>
    <dgm:pt modelId="{84549FD6-C608-46F1-B6EA-C38033B33316}">
      <dgm:prSet/>
      <dgm:spPr/>
      <dgm:t>
        <a:bodyPr/>
        <a:lstStyle/>
        <a:p>
          <a:r>
            <a:rPr lang="en-IN" b="1"/>
            <a:t>2. Deep Repository</a:t>
          </a:r>
          <a:endParaRPr lang="en-US"/>
        </a:p>
      </dgm:t>
    </dgm:pt>
    <dgm:pt modelId="{90555F5F-71E0-471A-A0F5-0A97B576C4BF}" type="parTrans" cxnId="{7AFC711E-BA90-47B0-9D5B-97773A2A1DB8}">
      <dgm:prSet/>
      <dgm:spPr/>
      <dgm:t>
        <a:bodyPr/>
        <a:lstStyle/>
        <a:p>
          <a:endParaRPr lang="en-US"/>
        </a:p>
      </dgm:t>
    </dgm:pt>
    <dgm:pt modelId="{200AF256-C249-4812-A454-D97878E98156}" type="sibTrans" cxnId="{7AFC711E-BA90-47B0-9D5B-97773A2A1DB8}">
      <dgm:prSet/>
      <dgm:spPr/>
      <dgm:t>
        <a:bodyPr/>
        <a:lstStyle/>
        <a:p>
          <a:endParaRPr lang="en-US"/>
        </a:p>
      </dgm:t>
    </dgm:pt>
    <dgm:pt modelId="{690457EA-0851-4A62-BF78-30D3A17E72F9}">
      <dgm:prSet/>
      <dgm:spPr/>
      <dgm:t>
        <a:bodyPr/>
        <a:lstStyle/>
        <a:p>
          <a:r>
            <a:rPr lang="en-IN"/>
            <a:t>A centralized collection of documented failures covering multiple industries.</a:t>
          </a:r>
          <a:endParaRPr lang="en-US"/>
        </a:p>
      </dgm:t>
    </dgm:pt>
    <dgm:pt modelId="{D7966085-7DAB-47F1-BD7B-2F76190D7FC2}" type="parTrans" cxnId="{AA4DCFB2-EDAE-4FEB-ADD7-B2B4C0132F42}">
      <dgm:prSet/>
      <dgm:spPr/>
      <dgm:t>
        <a:bodyPr/>
        <a:lstStyle/>
        <a:p>
          <a:endParaRPr lang="en-US"/>
        </a:p>
      </dgm:t>
    </dgm:pt>
    <dgm:pt modelId="{0936D1FA-694D-4BBC-8A0C-D84938683A28}" type="sibTrans" cxnId="{AA4DCFB2-EDAE-4FEB-ADD7-B2B4C0132F42}">
      <dgm:prSet/>
      <dgm:spPr/>
      <dgm:t>
        <a:bodyPr/>
        <a:lstStyle/>
        <a:p>
          <a:endParaRPr lang="en-US"/>
        </a:p>
      </dgm:t>
    </dgm:pt>
    <dgm:pt modelId="{B459E33F-ED98-4726-9361-54803FCCFA25}">
      <dgm:prSet/>
      <dgm:spPr/>
      <dgm:t>
        <a:bodyPr/>
        <a:lstStyle/>
        <a:p>
          <a:r>
            <a:rPr lang="en-IN"/>
            <a:t>Capabilities include:</a:t>
          </a:r>
          <a:endParaRPr lang="en-US"/>
        </a:p>
      </dgm:t>
    </dgm:pt>
    <dgm:pt modelId="{151A7F34-FB77-410C-B6EF-1FE2FCA68138}" type="parTrans" cxnId="{EC724932-C5D1-41E0-9FE7-376B2F34C428}">
      <dgm:prSet/>
      <dgm:spPr/>
      <dgm:t>
        <a:bodyPr/>
        <a:lstStyle/>
        <a:p>
          <a:endParaRPr lang="en-US"/>
        </a:p>
      </dgm:t>
    </dgm:pt>
    <dgm:pt modelId="{8281A420-FB74-4AD9-B23D-B753E74111A4}" type="sibTrans" cxnId="{EC724932-C5D1-41E0-9FE7-376B2F34C428}">
      <dgm:prSet/>
      <dgm:spPr/>
      <dgm:t>
        <a:bodyPr/>
        <a:lstStyle/>
        <a:p>
          <a:endParaRPr lang="en-US"/>
        </a:p>
      </dgm:t>
    </dgm:pt>
    <dgm:pt modelId="{4BC8EFC7-7D0E-497E-93D8-30B0BDA2F359}">
      <dgm:prSet/>
      <dgm:spPr/>
      <dgm:t>
        <a:bodyPr/>
        <a:lstStyle/>
        <a:p>
          <a:r>
            <a:rPr lang="en-IN"/>
            <a:t>Categorized archives, </a:t>
          </a:r>
          <a:endParaRPr lang="en-US"/>
        </a:p>
      </dgm:t>
    </dgm:pt>
    <dgm:pt modelId="{29A1BCAB-8F5A-4C42-99E2-6D3B6146D4D8}" type="parTrans" cxnId="{FD318662-25B9-4BE8-BB20-8AE1B1529F02}">
      <dgm:prSet/>
      <dgm:spPr/>
      <dgm:t>
        <a:bodyPr/>
        <a:lstStyle/>
        <a:p>
          <a:endParaRPr lang="en-US"/>
        </a:p>
      </dgm:t>
    </dgm:pt>
    <dgm:pt modelId="{3CCFEF4A-38AD-45AA-BDB3-965C19B75D80}" type="sibTrans" cxnId="{FD318662-25B9-4BE8-BB20-8AE1B1529F02}">
      <dgm:prSet/>
      <dgm:spPr/>
      <dgm:t>
        <a:bodyPr/>
        <a:lstStyle/>
        <a:p>
          <a:endParaRPr lang="en-US"/>
        </a:p>
      </dgm:t>
    </dgm:pt>
    <dgm:pt modelId="{0FD88DAA-4315-4D12-8FA0-C92DB410E9C6}">
      <dgm:prSet/>
      <dgm:spPr/>
      <dgm:t>
        <a:bodyPr/>
        <a:lstStyle/>
        <a:p>
          <a:r>
            <a:rPr lang="en-IN"/>
            <a:t>Detailed case studies</a:t>
          </a:r>
          <a:endParaRPr lang="en-US"/>
        </a:p>
      </dgm:t>
    </dgm:pt>
    <dgm:pt modelId="{7E90F2BE-75AF-4B6E-9042-ECED52497892}" type="parTrans" cxnId="{90EC60F8-D9CA-4477-9831-8BC910E15D00}">
      <dgm:prSet/>
      <dgm:spPr/>
      <dgm:t>
        <a:bodyPr/>
        <a:lstStyle/>
        <a:p>
          <a:endParaRPr lang="en-US"/>
        </a:p>
      </dgm:t>
    </dgm:pt>
    <dgm:pt modelId="{1BC0B3C0-CE7D-4380-9AC7-131B450CC510}" type="sibTrans" cxnId="{90EC60F8-D9CA-4477-9831-8BC910E15D00}">
      <dgm:prSet/>
      <dgm:spPr/>
      <dgm:t>
        <a:bodyPr/>
        <a:lstStyle/>
        <a:p>
          <a:endParaRPr lang="en-US"/>
        </a:p>
      </dgm:t>
    </dgm:pt>
    <dgm:pt modelId="{082082C1-2415-46D6-8164-585FA9FFDE05}">
      <dgm:prSet/>
      <dgm:spPr/>
      <dgm:t>
        <a:bodyPr/>
        <a:lstStyle/>
        <a:p>
          <a:r>
            <a:rPr lang="en-IN" b="1"/>
            <a:t>3. Neural Analysis</a:t>
          </a:r>
          <a:endParaRPr lang="en-US"/>
        </a:p>
      </dgm:t>
    </dgm:pt>
    <dgm:pt modelId="{9BB9A2D0-F30B-460A-974A-2E1BA4CA36C5}" type="parTrans" cxnId="{CEE08D50-97C9-4D46-92B4-0ECAD0712DAD}">
      <dgm:prSet/>
      <dgm:spPr/>
      <dgm:t>
        <a:bodyPr/>
        <a:lstStyle/>
        <a:p>
          <a:endParaRPr lang="en-US"/>
        </a:p>
      </dgm:t>
    </dgm:pt>
    <dgm:pt modelId="{DC7D0EBC-9DA2-4D37-89E1-EA26243D109B}" type="sibTrans" cxnId="{CEE08D50-97C9-4D46-92B4-0ECAD0712DAD}">
      <dgm:prSet/>
      <dgm:spPr/>
      <dgm:t>
        <a:bodyPr/>
        <a:lstStyle/>
        <a:p>
          <a:endParaRPr lang="en-US"/>
        </a:p>
      </dgm:t>
    </dgm:pt>
    <dgm:pt modelId="{48652495-BAF6-4F02-BD6B-5BEEDB50BF47}">
      <dgm:prSet/>
      <dgm:spPr/>
      <dgm:t>
        <a:bodyPr/>
        <a:lstStyle/>
        <a:p>
          <a:r>
            <a:rPr lang="en-IN"/>
            <a:t>AI-driven models process archived information to identify hidden patterns.</a:t>
          </a:r>
          <a:endParaRPr lang="en-US"/>
        </a:p>
      </dgm:t>
    </dgm:pt>
    <dgm:pt modelId="{28BA3463-DDB8-435B-BC7D-641689D3BF37}" type="parTrans" cxnId="{E6205455-6295-4666-A329-87077B166BE1}">
      <dgm:prSet/>
      <dgm:spPr/>
      <dgm:t>
        <a:bodyPr/>
        <a:lstStyle/>
        <a:p>
          <a:endParaRPr lang="en-US"/>
        </a:p>
      </dgm:t>
    </dgm:pt>
    <dgm:pt modelId="{CEA42689-E2E8-496A-B829-53A1B87131E4}" type="sibTrans" cxnId="{E6205455-6295-4666-A329-87077B166BE1}">
      <dgm:prSet/>
      <dgm:spPr/>
      <dgm:t>
        <a:bodyPr/>
        <a:lstStyle/>
        <a:p>
          <a:endParaRPr lang="en-US"/>
        </a:p>
      </dgm:t>
    </dgm:pt>
    <dgm:pt modelId="{8E21F388-7DAA-456B-BB12-417CFE68CB29}">
      <dgm:prSet/>
      <dgm:spPr/>
      <dgm:t>
        <a:bodyPr/>
        <a:lstStyle/>
        <a:p>
          <a:r>
            <a:rPr lang="en-IN"/>
            <a:t>Functions include:</a:t>
          </a:r>
          <a:endParaRPr lang="en-US"/>
        </a:p>
      </dgm:t>
    </dgm:pt>
    <dgm:pt modelId="{5127403C-C30B-47AF-9BF5-1ECD4A072A97}" type="parTrans" cxnId="{B592A624-D84B-4704-88B2-13AF79110C41}">
      <dgm:prSet/>
      <dgm:spPr/>
      <dgm:t>
        <a:bodyPr/>
        <a:lstStyle/>
        <a:p>
          <a:endParaRPr lang="en-US"/>
        </a:p>
      </dgm:t>
    </dgm:pt>
    <dgm:pt modelId="{5DD7D53C-8DE1-4F37-A4F5-2F661824508F}" type="sibTrans" cxnId="{B592A624-D84B-4704-88B2-13AF79110C41}">
      <dgm:prSet/>
      <dgm:spPr/>
      <dgm:t>
        <a:bodyPr/>
        <a:lstStyle/>
        <a:p>
          <a:endParaRPr lang="en-US"/>
        </a:p>
      </dgm:t>
    </dgm:pt>
    <dgm:pt modelId="{2CDC4ECC-BFC7-4181-8F0B-80E818A93F69}">
      <dgm:prSet/>
      <dgm:spPr/>
      <dgm:t>
        <a:bodyPr/>
        <a:lstStyle/>
        <a:p>
          <a:r>
            <a:rPr lang="en-IN"/>
            <a:t>Failure trend analysis, </a:t>
          </a:r>
          <a:endParaRPr lang="en-US"/>
        </a:p>
      </dgm:t>
    </dgm:pt>
    <dgm:pt modelId="{ED51687F-25C5-4522-BD4C-1AE4ECE2ED81}" type="parTrans" cxnId="{E5440523-52C6-4D23-956C-909E7C4F0F16}">
      <dgm:prSet/>
      <dgm:spPr/>
      <dgm:t>
        <a:bodyPr/>
        <a:lstStyle/>
        <a:p>
          <a:endParaRPr lang="en-US"/>
        </a:p>
      </dgm:t>
    </dgm:pt>
    <dgm:pt modelId="{C6DBB89D-BB59-4D5A-AF78-E1A2F5779FE0}" type="sibTrans" cxnId="{E5440523-52C6-4D23-956C-909E7C4F0F16}">
      <dgm:prSet/>
      <dgm:spPr/>
      <dgm:t>
        <a:bodyPr/>
        <a:lstStyle/>
        <a:p>
          <a:endParaRPr lang="en-US"/>
        </a:p>
      </dgm:t>
    </dgm:pt>
    <dgm:pt modelId="{7AEFE613-916B-4D86-937E-8FEF9BCEE3CC}">
      <dgm:prSet/>
      <dgm:spPr/>
      <dgm:t>
        <a:bodyPr/>
        <a:lstStyle/>
        <a:p>
          <a:r>
            <a:rPr lang="en-IN"/>
            <a:t>Root cause identification, </a:t>
          </a:r>
          <a:endParaRPr lang="en-US"/>
        </a:p>
      </dgm:t>
    </dgm:pt>
    <dgm:pt modelId="{D24820FC-8BDA-4105-941C-EA6DB281A428}" type="parTrans" cxnId="{527849F4-E89A-4915-92F7-36CC7C699A9B}">
      <dgm:prSet/>
      <dgm:spPr/>
      <dgm:t>
        <a:bodyPr/>
        <a:lstStyle/>
        <a:p>
          <a:endParaRPr lang="en-US"/>
        </a:p>
      </dgm:t>
    </dgm:pt>
    <dgm:pt modelId="{1B08AB9B-1276-4AF4-AD2D-F6066D462786}" type="sibTrans" cxnId="{527849F4-E89A-4915-92F7-36CC7C699A9B}">
      <dgm:prSet/>
      <dgm:spPr/>
      <dgm:t>
        <a:bodyPr/>
        <a:lstStyle/>
        <a:p>
          <a:endParaRPr lang="en-US"/>
        </a:p>
      </dgm:t>
    </dgm:pt>
    <dgm:pt modelId="{95CE60EC-0625-463A-91DF-B62B8C8A5EFD}">
      <dgm:prSet/>
      <dgm:spPr/>
      <dgm:t>
        <a:bodyPr/>
        <a:lstStyle/>
        <a:p>
          <a:r>
            <a:rPr lang="en-IN" b="1"/>
            <a:t>4. Risk Mitigation</a:t>
          </a:r>
          <a:endParaRPr lang="en-US"/>
        </a:p>
      </dgm:t>
    </dgm:pt>
    <dgm:pt modelId="{C0F171BC-7DCE-489B-8698-92B7F8CF0F31}" type="parTrans" cxnId="{B6AEB62B-E688-4DDF-AEB3-881FAB4E2D41}">
      <dgm:prSet/>
      <dgm:spPr/>
      <dgm:t>
        <a:bodyPr/>
        <a:lstStyle/>
        <a:p>
          <a:endParaRPr lang="en-US"/>
        </a:p>
      </dgm:t>
    </dgm:pt>
    <dgm:pt modelId="{07F582D7-DF82-4049-AD17-D4EFFD154A37}" type="sibTrans" cxnId="{B6AEB62B-E688-4DDF-AEB3-881FAB4E2D41}">
      <dgm:prSet/>
      <dgm:spPr/>
      <dgm:t>
        <a:bodyPr/>
        <a:lstStyle/>
        <a:p>
          <a:endParaRPr lang="en-US"/>
        </a:p>
      </dgm:t>
    </dgm:pt>
    <dgm:pt modelId="{5A33200C-6E09-4DB0-A21B-30FDAA2096A2}">
      <dgm:prSet/>
      <dgm:spPr/>
      <dgm:t>
        <a:bodyPr/>
        <a:lstStyle/>
        <a:p>
          <a:r>
            <a:rPr lang="en-IN"/>
            <a:t>The system translates historical failures into practical guidance.</a:t>
          </a:r>
          <a:endParaRPr lang="en-US"/>
        </a:p>
      </dgm:t>
    </dgm:pt>
    <dgm:pt modelId="{9F5D325E-26B6-472B-B3AD-40EEA45AA9CB}" type="parTrans" cxnId="{1529A3AF-5E4D-46FB-878D-F98D3FE56E5E}">
      <dgm:prSet/>
      <dgm:spPr/>
      <dgm:t>
        <a:bodyPr/>
        <a:lstStyle/>
        <a:p>
          <a:endParaRPr lang="en-US"/>
        </a:p>
      </dgm:t>
    </dgm:pt>
    <dgm:pt modelId="{30286E76-7754-4830-B53B-962BA28BDB50}" type="sibTrans" cxnId="{1529A3AF-5E4D-46FB-878D-F98D3FE56E5E}">
      <dgm:prSet/>
      <dgm:spPr/>
      <dgm:t>
        <a:bodyPr/>
        <a:lstStyle/>
        <a:p>
          <a:endParaRPr lang="en-US"/>
        </a:p>
      </dgm:t>
    </dgm:pt>
    <dgm:pt modelId="{28A15B4E-5D61-486E-9C3A-E814B409653F}">
      <dgm:prSet/>
      <dgm:spPr/>
      <dgm:t>
        <a:bodyPr/>
        <a:lstStyle/>
        <a:p>
          <a:r>
            <a:rPr lang="en-IN"/>
            <a:t>Benefits include:</a:t>
          </a:r>
          <a:endParaRPr lang="en-US"/>
        </a:p>
      </dgm:t>
    </dgm:pt>
    <dgm:pt modelId="{060BE60D-F300-40CB-A95B-2445737D8D95}" type="parTrans" cxnId="{B81F002B-84CD-421F-91BA-76A1C53B6A78}">
      <dgm:prSet/>
      <dgm:spPr/>
      <dgm:t>
        <a:bodyPr/>
        <a:lstStyle/>
        <a:p>
          <a:endParaRPr lang="en-US"/>
        </a:p>
      </dgm:t>
    </dgm:pt>
    <dgm:pt modelId="{860FECF9-6EF5-4DF2-860F-F005C23A23E2}" type="sibTrans" cxnId="{B81F002B-84CD-421F-91BA-76A1C53B6A78}">
      <dgm:prSet/>
      <dgm:spPr/>
      <dgm:t>
        <a:bodyPr/>
        <a:lstStyle/>
        <a:p>
          <a:endParaRPr lang="en-US"/>
        </a:p>
      </dgm:t>
    </dgm:pt>
    <dgm:pt modelId="{BDBF46D0-D040-470F-B330-481DDB1B24B0}">
      <dgm:prSet/>
      <dgm:spPr/>
      <dgm:t>
        <a:bodyPr/>
        <a:lstStyle/>
        <a:p>
          <a:r>
            <a:rPr lang="en-IN"/>
            <a:t>Early warning indicators, </a:t>
          </a:r>
          <a:endParaRPr lang="en-US"/>
        </a:p>
      </dgm:t>
    </dgm:pt>
    <dgm:pt modelId="{5B0E0A67-16AC-4603-AFE9-0A548453ED87}" type="parTrans" cxnId="{8E30B08F-5C3D-4CB9-81BE-106EB07D29AC}">
      <dgm:prSet/>
      <dgm:spPr/>
      <dgm:t>
        <a:bodyPr/>
        <a:lstStyle/>
        <a:p>
          <a:endParaRPr lang="en-US"/>
        </a:p>
      </dgm:t>
    </dgm:pt>
    <dgm:pt modelId="{D4F2EAC5-DA40-4EE7-8F53-438FACBC773D}" type="sibTrans" cxnId="{8E30B08F-5C3D-4CB9-81BE-106EB07D29AC}">
      <dgm:prSet/>
      <dgm:spPr/>
      <dgm:t>
        <a:bodyPr/>
        <a:lstStyle/>
        <a:p>
          <a:endParaRPr lang="en-US"/>
        </a:p>
      </dgm:t>
    </dgm:pt>
    <dgm:pt modelId="{53E6DA7D-D6EB-440F-818A-AF5F301DBDAC}">
      <dgm:prSet/>
      <dgm:spPr/>
      <dgm:t>
        <a:bodyPr/>
        <a:lstStyle/>
        <a:p>
          <a:r>
            <a:rPr lang="en-IN"/>
            <a:t>Strategic recommendations, </a:t>
          </a:r>
          <a:endParaRPr lang="en-US"/>
        </a:p>
      </dgm:t>
    </dgm:pt>
    <dgm:pt modelId="{7A81B9DA-C148-4247-99C4-194DC357C197}" type="parTrans" cxnId="{0CC0CF62-170B-4F4F-9905-4704654A21A6}">
      <dgm:prSet/>
      <dgm:spPr/>
      <dgm:t>
        <a:bodyPr/>
        <a:lstStyle/>
        <a:p>
          <a:endParaRPr lang="en-US"/>
        </a:p>
      </dgm:t>
    </dgm:pt>
    <dgm:pt modelId="{CC1A04E2-184E-439C-8BF8-B90A043D509B}" type="sibTrans" cxnId="{0CC0CF62-170B-4F4F-9905-4704654A21A6}">
      <dgm:prSet/>
      <dgm:spPr/>
      <dgm:t>
        <a:bodyPr/>
        <a:lstStyle/>
        <a:p>
          <a:endParaRPr lang="en-US"/>
        </a:p>
      </dgm:t>
    </dgm:pt>
    <dgm:pt modelId="{0EE5F51A-C3FA-462F-AF2B-0D89C89A1299}">
      <dgm:prSet/>
      <dgm:spPr/>
      <dgm:t>
        <a:bodyPr/>
        <a:lstStyle/>
        <a:p>
          <a:r>
            <a:rPr lang="en-IN" b="1"/>
            <a:t>5. Dashboard</a:t>
          </a:r>
          <a:endParaRPr lang="en-US"/>
        </a:p>
      </dgm:t>
    </dgm:pt>
    <dgm:pt modelId="{99F39C72-3BBD-4524-90A1-9F43A6A40E9A}" type="parTrans" cxnId="{6A66E5EE-31F3-459A-AC99-516DC4F5F4B6}">
      <dgm:prSet/>
      <dgm:spPr/>
      <dgm:t>
        <a:bodyPr/>
        <a:lstStyle/>
        <a:p>
          <a:endParaRPr lang="en-US"/>
        </a:p>
      </dgm:t>
    </dgm:pt>
    <dgm:pt modelId="{027857E3-C96C-4AC7-B264-C0D00D711A65}" type="sibTrans" cxnId="{6A66E5EE-31F3-459A-AC99-516DC4F5F4B6}">
      <dgm:prSet/>
      <dgm:spPr/>
      <dgm:t>
        <a:bodyPr/>
        <a:lstStyle/>
        <a:p>
          <a:endParaRPr lang="en-US"/>
        </a:p>
      </dgm:t>
    </dgm:pt>
    <dgm:pt modelId="{647BD56B-4E7F-4EFC-A41E-D737609CC4B0}">
      <dgm:prSet/>
      <dgm:spPr/>
      <dgm:t>
        <a:bodyPr/>
        <a:lstStyle/>
        <a:p>
          <a:r>
            <a:rPr lang="en-IN"/>
            <a:t>Users can access:</a:t>
          </a:r>
          <a:endParaRPr lang="en-US"/>
        </a:p>
      </dgm:t>
    </dgm:pt>
    <dgm:pt modelId="{B5F3F020-BABF-4A83-87F8-2184C4DC64A5}" type="parTrans" cxnId="{A2F2BAB6-AB6B-452B-9D50-A1427CF8CC18}">
      <dgm:prSet/>
      <dgm:spPr/>
      <dgm:t>
        <a:bodyPr/>
        <a:lstStyle/>
        <a:p>
          <a:endParaRPr lang="en-US"/>
        </a:p>
      </dgm:t>
    </dgm:pt>
    <dgm:pt modelId="{0BAB5A58-A4C6-4E47-B206-C2668B0D09C3}" type="sibTrans" cxnId="{A2F2BAB6-AB6B-452B-9D50-A1427CF8CC18}">
      <dgm:prSet/>
      <dgm:spPr/>
      <dgm:t>
        <a:bodyPr/>
        <a:lstStyle/>
        <a:p>
          <a:endParaRPr lang="en-US"/>
        </a:p>
      </dgm:t>
    </dgm:pt>
    <dgm:pt modelId="{03B96CC4-9B3F-4B3C-B826-8AAB02A8823F}">
      <dgm:prSet/>
      <dgm:spPr/>
      <dgm:t>
        <a:bodyPr/>
        <a:lstStyle/>
        <a:p>
          <a:r>
            <a:rPr lang="en-IN"/>
            <a:t>Saved stories, </a:t>
          </a:r>
          <a:endParaRPr lang="en-US"/>
        </a:p>
      </dgm:t>
    </dgm:pt>
    <dgm:pt modelId="{F6B40F6B-76C0-4A45-AF4E-85DAC720743C}" type="parTrans" cxnId="{6B438E98-A1C0-46B9-A7B1-B954C6D73862}">
      <dgm:prSet/>
      <dgm:spPr/>
      <dgm:t>
        <a:bodyPr/>
        <a:lstStyle/>
        <a:p>
          <a:endParaRPr lang="en-US"/>
        </a:p>
      </dgm:t>
    </dgm:pt>
    <dgm:pt modelId="{F24D8618-9EC8-4517-BE71-6BCE4A41E615}" type="sibTrans" cxnId="{6B438E98-A1C0-46B9-A7B1-B954C6D73862}">
      <dgm:prSet/>
      <dgm:spPr/>
      <dgm:t>
        <a:bodyPr/>
        <a:lstStyle/>
        <a:p>
          <a:endParaRPr lang="en-US"/>
        </a:p>
      </dgm:t>
    </dgm:pt>
    <dgm:pt modelId="{BE0BEBB7-5925-4B2C-B302-4DA3DB46D680}">
      <dgm:prSet/>
      <dgm:spPr/>
      <dgm:t>
        <a:bodyPr/>
        <a:lstStyle/>
        <a:p>
          <a:r>
            <a:rPr lang="en-IN"/>
            <a:t>Recent analyses, </a:t>
          </a:r>
          <a:endParaRPr lang="en-US"/>
        </a:p>
      </dgm:t>
    </dgm:pt>
    <dgm:pt modelId="{E6B68D31-1E80-4C52-B1CF-756DB2337FE7}" type="parTrans" cxnId="{4D092203-A35C-4459-A53E-338ABE88F8D2}">
      <dgm:prSet/>
      <dgm:spPr/>
      <dgm:t>
        <a:bodyPr/>
        <a:lstStyle/>
        <a:p>
          <a:endParaRPr lang="en-US"/>
        </a:p>
      </dgm:t>
    </dgm:pt>
    <dgm:pt modelId="{46996AA0-8CE5-46B6-84DE-AD8D5A1A49B3}" type="sibTrans" cxnId="{4D092203-A35C-4459-A53E-338ABE88F8D2}">
      <dgm:prSet/>
      <dgm:spPr/>
      <dgm:t>
        <a:bodyPr/>
        <a:lstStyle/>
        <a:p>
          <a:endParaRPr lang="en-US"/>
        </a:p>
      </dgm:t>
    </dgm:pt>
    <dgm:pt modelId="{97B0B777-B137-476A-9149-2E9E6E353F34}">
      <dgm:prSet/>
      <dgm:spPr/>
      <dgm:t>
        <a:bodyPr/>
        <a:lstStyle/>
        <a:p>
          <a:r>
            <a:rPr lang="en-IN"/>
            <a:t>Personalized recommendations, </a:t>
          </a:r>
          <a:endParaRPr lang="en-US"/>
        </a:p>
      </dgm:t>
    </dgm:pt>
    <dgm:pt modelId="{C9598764-71AD-4906-957F-5B1C9EA509EB}" type="parTrans" cxnId="{06CB0EDC-5CF0-4C8D-8A81-70CC2AC4AA73}">
      <dgm:prSet/>
      <dgm:spPr/>
      <dgm:t>
        <a:bodyPr/>
        <a:lstStyle/>
        <a:p>
          <a:endParaRPr lang="en-US"/>
        </a:p>
      </dgm:t>
    </dgm:pt>
    <dgm:pt modelId="{EBF443A0-4B42-45D6-9580-8EE34DDEF70A}" type="sibTrans" cxnId="{06CB0EDC-5CF0-4C8D-8A81-70CC2AC4AA73}">
      <dgm:prSet/>
      <dgm:spPr/>
      <dgm:t>
        <a:bodyPr/>
        <a:lstStyle/>
        <a:p>
          <a:endParaRPr lang="en-US"/>
        </a:p>
      </dgm:t>
    </dgm:pt>
    <dgm:pt modelId="{68D57E17-F16F-4E85-9DDA-C5659E51997E}">
      <dgm:prSet/>
      <dgm:spPr/>
      <dgm:t>
        <a:bodyPr/>
        <a:lstStyle/>
        <a:p>
          <a:r>
            <a:rPr lang="en-IN"/>
            <a:t>Usage statistics. </a:t>
          </a:r>
          <a:endParaRPr lang="en-US"/>
        </a:p>
      </dgm:t>
    </dgm:pt>
    <dgm:pt modelId="{D9350B77-25A4-4EB1-BBEC-30E7D77A6E4F}" type="parTrans" cxnId="{1DC630A2-5BD9-476D-AACF-8E23A791FBD7}">
      <dgm:prSet/>
      <dgm:spPr/>
      <dgm:t>
        <a:bodyPr/>
        <a:lstStyle/>
        <a:p>
          <a:endParaRPr lang="en-US"/>
        </a:p>
      </dgm:t>
    </dgm:pt>
    <dgm:pt modelId="{296C2652-C161-43F3-873B-5E404F2CC822}" type="sibTrans" cxnId="{1DC630A2-5BD9-476D-AACF-8E23A791FBD7}">
      <dgm:prSet/>
      <dgm:spPr/>
      <dgm:t>
        <a:bodyPr/>
        <a:lstStyle/>
        <a:p>
          <a:endParaRPr lang="en-US"/>
        </a:p>
      </dgm:t>
    </dgm:pt>
    <dgm:pt modelId="{28402C90-0853-4CAE-A6EF-B7E398D2178B}">
      <dgm:prSet/>
      <dgm:spPr/>
      <dgm:t>
        <a:bodyPr/>
        <a:lstStyle/>
        <a:p>
          <a:r>
            <a:rPr lang="en-IN" b="1"/>
            <a:t>6. Submission Module</a:t>
          </a:r>
          <a:endParaRPr lang="en-US"/>
        </a:p>
      </dgm:t>
    </dgm:pt>
    <dgm:pt modelId="{1A11EDEA-64D3-4DD5-8159-06F70A297EC5}" type="parTrans" cxnId="{5F82FB61-97BB-459B-BE97-98297248577C}">
      <dgm:prSet/>
      <dgm:spPr/>
      <dgm:t>
        <a:bodyPr/>
        <a:lstStyle/>
        <a:p>
          <a:endParaRPr lang="en-US"/>
        </a:p>
      </dgm:t>
    </dgm:pt>
    <dgm:pt modelId="{57160F5F-FCF5-4CDC-A3EB-7AF964F578B7}" type="sibTrans" cxnId="{5F82FB61-97BB-459B-BE97-98297248577C}">
      <dgm:prSet/>
      <dgm:spPr/>
      <dgm:t>
        <a:bodyPr/>
        <a:lstStyle/>
        <a:p>
          <a:endParaRPr lang="en-US"/>
        </a:p>
      </dgm:t>
    </dgm:pt>
    <dgm:pt modelId="{0DC8088E-6B6F-4DF0-A07F-4778E7B79AFD}">
      <dgm:prSet/>
      <dgm:spPr/>
      <dgm:t>
        <a:bodyPr/>
        <a:lstStyle/>
        <a:p>
          <a:r>
            <a:rPr lang="en-IN"/>
            <a:t>Allows users to contribute experiences.</a:t>
          </a:r>
          <a:endParaRPr lang="en-US"/>
        </a:p>
      </dgm:t>
    </dgm:pt>
    <dgm:pt modelId="{2396E2FF-ECEB-41F7-A1FB-0E526E397326}" type="parTrans" cxnId="{432C2684-B096-4E23-A0B2-E3E8E4826C48}">
      <dgm:prSet/>
      <dgm:spPr/>
      <dgm:t>
        <a:bodyPr/>
        <a:lstStyle/>
        <a:p>
          <a:endParaRPr lang="en-US"/>
        </a:p>
      </dgm:t>
    </dgm:pt>
    <dgm:pt modelId="{01332DC1-4EA0-46CC-9920-F9686C1D8F57}" type="sibTrans" cxnId="{432C2684-B096-4E23-A0B2-E3E8E4826C48}">
      <dgm:prSet/>
      <dgm:spPr/>
      <dgm:t>
        <a:bodyPr/>
        <a:lstStyle/>
        <a:p>
          <a:endParaRPr lang="en-US"/>
        </a:p>
      </dgm:t>
    </dgm:pt>
    <dgm:pt modelId="{33651514-D366-4376-81AC-25A8759131DE}">
      <dgm:prSet/>
      <dgm:spPr/>
      <dgm:t>
        <a:bodyPr/>
        <a:lstStyle/>
        <a:p>
          <a:r>
            <a:rPr lang="en-IN"/>
            <a:t>Submission fields include:</a:t>
          </a:r>
          <a:endParaRPr lang="en-US"/>
        </a:p>
      </dgm:t>
    </dgm:pt>
    <dgm:pt modelId="{515D14FB-3518-43C6-BD9F-185CE8E1CAB5}" type="parTrans" cxnId="{41C4F00D-2213-472C-8FD9-3DE36ED98B54}">
      <dgm:prSet/>
      <dgm:spPr/>
      <dgm:t>
        <a:bodyPr/>
        <a:lstStyle/>
        <a:p>
          <a:endParaRPr lang="en-US"/>
        </a:p>
      </dgm:t>
    </dgm:pt>
    <dgm:pt modelId="{856FEA13-C097-49C0-B03A-8C71633A637B}" type="sibTrans" cxnId="{41C4F00D-2213-472C-8FD9-3DE36ED98B54}">
      <dgm:prSet/>
      <dgm:spPr/>
      <dgm:t>
        <a:bodyPr/>
        <a:lstStyle/>
        <a:p>
          <a:endParaRPr lang="en-US"/>
        </a:p>
      </dgm:t>
    </dgm:pt>
    <dgm:pt modelId="{F7414D43-C465-453F-8D06-8EF571FDDCA2}" type="pres">
      <dgm:prSet presAssocID="{B22E3E25-E43D-4172-B7E7-95AC15FFC59E}" presName="diagram" presStyleCnt="0">
        <dgm:presLayoutVars>
          <dgm:dir/>
          <dgm:resizeHandles val="exact"/>
        </dgm:presLayoutVars>
      </dgm:prSet>
      <dgm:spPr/>
    </dgm:pt>
    <dgm:pt modelId="{3C511567-489E-433E-95FD-E8619076F6D1}" type="pres">
      <dgm:prSet presAssocID="{53B4A0AE-C72E-45D3-A9F5-E38F2A9EC085}" presName="node" presStyleLbl="node1" presStyleIdx="0" presStyleCnt="29">
        <dgm:presLayoutVars>
          <dgm:bulletEnabled val="1"/>
        </dgm:presLayoutVars>
      </dgm:prSet>
      <dgm:spPr/>
    </dgm:pt>
    <dgm:pt modelId="{971E2FDC-A1F7-4623-98A0-3F847DC47661}" type="pres">
      <dgm:prSet presAssocID="{B2837AC3-7848-421B-BA8B-33A263F2379E}" presName="sibTrans" presStyleCnt="0"/>
      <dgm:spPr/>
    </dgm:pt>
    <dgm:pt modelId="{B7BF4799-D078-48D6-8B04-672C1C27A355}" type="pres">
      <dgm:prSet presAssocID="{6ADC0B00-4B0C-468B-B857-16DAFDB0CDD0}" presName="node" presStyleLbl="node1" presStyleIdx="1" presStyleCnt="29">
        <dgm:presLayoutVars>
          <dgm:bulletEnabled val="1"/>
        </dgm:presLayoutVars>
      </dgm:prSet>
      <dgm:spPr/>
    </dgm:pt>
    <dgm:pt modelId="{2E88C357-D0D6-419A-9082-5877E863E916}" type="pres">
      <dgm:prSet presAssocID="{E36D2E2E-F8AD-4E89-BA0C-3C51826096EA}" presName="sibTrans" presStyleCnt="0"/>
      <dgm:spPr/>
    </dgm:pt>
    <dgm:pt modelId="{1D027F60-3AF3-407C-B6AF-FBE346F9C37F}" type="pres">
      <dgm:prSet presAssocID="{9D1E6459-77D9-48F7-8CFB-53716FB6EE46}" presName="node" presStyleLbl="node1" presStyleIdx="2" presStyleCnt="29">
        <dgm:presLayoutVars>
          <dgm:bulletEnabled val="1"/>
        </dgm:presLayoutVars>
      </dgm:prSet>
      <dgm:spPr/>
    </dgm:pt>
    <dgm:pt modelId="{B416E6A0-1577-4A0F-A755-323893CBABCA}" type="pres">
      <dgm:prSet presAssocID="{E52086E1-49AA-4A67-B148-3DA3B507FBBC}" presName="sibTrans" presStyleCnt="0"/>
      <dgm:spPr/>
    </dgm:pt>
    <dgm:pt modelId="{07878FE6-C743-4757-8DE5-12BB4C08B1D8}" type="pres">
      <dgm:prSet presAssocID="{DF66FFB2-B410-473C-B7E0-B19477D46AF5}" presName="node" presStyleLbl="node1" presStyleIdx="3" presStyleCnt="29">
        <dgm:presLayoutVars>
          <dgm:bulletEnabled val="1"/>
        </dgm:presLayoutVars>
      </dgm:prSet>
      <dgm:spPr/>
    </dgm:pt>
    <dgm:pt modelId="{412F5420-6941-418F-B6BA-31D4F997B7BC}" type="pres">
      <dgm:prSet presAssocID="{5177E2C3-7E54-4F1A-A75E-D337D2DF18FF}" presName="sibTrans" presStyleCnt="0"/>
      <dgm:spPr/>
    </dgm:pt>
    <dgm:pt modelId="{DCF22986-ACB4-42C7-BF09-465C0EC0B46B}" type="pres">
      <dgm:prSet presAssocID="{0860B62B-4828-4876-B4AB-0FB80D373E09}" presName="node" presStyleLbl="node1" presStyleIdx="4" presStyleCnt="29">
        <dgm:presLayoutVars>
          <dgm:bulletEnabled val="1"/>
        </dgm:presLayoutVars>
      </dgm:prSet>
      <dgm:spPr/>
    </dgm:pt>
    <dgm:pt modelId="{DD733929-4FAD-408F-81C1-D954A36C8E65}" type="pres">
      <dgm:prSet presAssocID="{03CBA680-AF95-4125-BCCF-6DA9B02CCBF5}" presName="sibTrans" presStyleCnt="0"/>
      <dgm:spPr/>
    </dgm:pt>
    <dgm:pt modelId="{F5FACCF3-2627-4450-954E-0147F3904F83}" type="pres">
      <dgm:prSet presAssocID="{84549FD6-C608-46F1-B6EA-C38033B33316}" presName="node" presStyleLbl="node1" presStyleIdx="5" presStyleCnt="29">
        <dgm:presLayoutVars>
          <dgm:bulletEnabled val="1"/>
        </dgm:presLayoutVars>
      </dgm:prSet>
      <dgm:spPr/>
    </dgm:pt>
    <dgm:pt modelId="{18FD7430-22D9-4F69-BA80-F22FFE72DF25}" type="pres">
      <dgm:prSet presAssocID="{200AF256-C249-4812-A454-D97878E98156}" presName="sibTrans" presStyleCnt="0"/>
      <dgm:spPr/>
    </dgm:pt>
    <dgm:pt modelId="{37760DA6-B084-46ED-A27A-9EE5DC28AF07}" type="pres">
      <dgm:prSet presAssocID="{690457EA-0851-4A62-BF78-30D3A17E72F9}" presName="node" presStyleLbl="node1" presStyleIdx="6" presStyleCnt="29">
        <dgm:presLayoutVars>
          <dgm:bulletEnabled val="1"/>
        </dgm:presLayoutVars>
      </dgm:prSet>
      <dgm:spPr/>
    </dgm:pt>
    <dgm:pt modelId="{EACDD529-F3E7-4D42-BF5D-0250EB38827C}" type="pres">
      <dgm:prSet presAssocID="{0936D1FA-694D-4BBC-8A0C-D84938683A28}" presName="sibTrans" presStyleCnt="0"/>
      <dgm:spPr/>
    </dgm:pt>
    <dgm:pt modelId="{72DED07F-A459-4881-A243-8F788BE70015}" type="pres">
      <dgm:prSet presAssocID="{B459E33F-ED98-4726-9361-54803FCCFA25}" presName="node" presStyleLbl="node1" presStyleIdx="7" presStyleCnt="29">
        <dgm:presLayoutVars>
          <dgm:bulletEnabled val="1"/>
        </dgm:presLayoutVars>
      </dgm:prSet>
      <dgm:spPr/>
    </dgm:pt>
    <dgm:pt modelId="{7685B532-0EC5-41BE-989E-8884C078F69A}" type="pres">
      <dgm:prSet presAssocID="{8281A420-FB74-4AD9-B23D-B753E74111A4}" presName="sibTrans" presStyleCnt="0"/>
      <dgm:spPr/>
    </dgm:pt>
    <dgm:pt modelId="{8AFE0CA3-7B4D-4D4B-A83B-EF876B5D22E1}" type="pres">
      <dgm:prSet presAssocID="{4BC8EFC7-7D0E-497E-93D8-30B0BDA2F359}" presName="node" presStyleLbl="node1" presStyleIdx="8" presStyleCnt="29">
        <dgm:presLayoutVars>
          <dgm:bulletEnabled val="1"/>
        </dgm:presLayoutVars>
      </dgm:prSet>
      <dgm:spPr/>
    </dgm:pt>
    <dgm:pt modelId="{7708EFA4-48F0-41B6-B46F-8105A751EE25}" type="pres">
      <dgm:prSet presAssocID="{3CCFEF4A-38AD-45AA-BDB3-965C19B75D80}" presName="sibTrans" presStyleCnt="0"/>
      <dgm:spPr/>
    </dgm:pt>
    <dgm:pt modelId="{A53AF639-B903-46CE-95D5-3AEB1F5DD685}" type="pres">
      <dgm:prSet presAssocID="{0FD88DAA-4315-4D12-8FA0-C92DB410E9C6}" presName="node" presStyleLbl="node1" presStyleIdx="9" presStyleCnt="29">
        <dgm:presLayoutVars>
          <dgm:bulletEnabled val="1"/>
        </dgm:presLayoutVars>
      </dgm:prSet>
      <dgm:spPr/>
    </dgm:pt>
    <dgm:pt modelId="{F09F1DC0-9B66-437A-A380-50700E5F59C8}" type="pres">
      <dgm:prSet presAssocID="{1BC0B3C0-CE7D-4380-9AC7-131B450CC510}" presName="sibTrans" presStyleCnt="0"/>
      <dgm:spPr/>
    </dgm:pt>
    <dgm:pt modelId="{FB5E85AF-E952-4BB8-8EAB-CCFBDB38869C}" type="pres">
      <dgm:prSet presAssocID="{082082C1-2415-46D6-8164-585FA9FFDE05}" presName="node" presStyleLbl="node1" presStyleIdx="10" presStyleCnt="29">
        <dgm:presLayoutVars>
          <dgm:bulletEnabled val="1"/>
        </dgm:presLayoutVars>
      </dgm:prSet>
      <dgm:spPr/>
    </dgm:pt>
    <dgm:pt modelId="{5CA95FD4-4796-4DF6-BD2F-C65859EB76E4}" type="pres">
      <dgm:prSet presAssocID="{DC7D0EBC-9DA2-4D37-89E1-EA26243D109B}" presName="sibTrans" presStyleCnt="0"/>
      <dgm:spPr/>
    </dgm:pt>
    <dgm:pt modelId="{5026992E-E52A-4822-95F0-6FFF60C99322}" type="pres">
      <dgm:prSet presAssocID="{48652495-BAF6-4F02-BD6B-5BEEDB50BF47}" presName="node" presStyleLbl="node1" presStyleIdx="11" presStyleCnt="29">
        <dgm:presLayoutVars>
          <dgm:bulletEnabled val="1"/>
        </dgm:presLayoutVars>
      </dgm:prSet>
      <dgm:spPr/>
    </dgm:pt>
    <dgm:pt modelId="{B9EA1AEF-A6C3-468A-9148-5846A832E679}" type="pres">
      <dgm:prSet presAssocID="{CEA42689-E2E8-496A-B829-53A1B87131E4}" presName="sibTrans" presStyleCnt="0"/>
      <dgm:spPr/>
    </dgm:pt>
    <dgm:pt modelId="{BE50DAF1-42A8-4B52-A4B4-4B39B6B18D1E}" type="pres">
      <dgm:prSet presAssocID="{8E21F388-7DAA-456B-BB12-417CFE68CB29}" presName="node" presStyleLbl="node1" presStyleIdx="12" presStyleCnt="29">
        <dgm:presLayoutVars>
          <dgm:bulletEnabled val="1"/>
        </dgm:presLayoutVars>
      </dgm:prSet>
      <dgm:spPr/>
    </dgm:pt>
    <dgm:pt modelId="{96E7CB14-BD72-4DBA-BF2E-8294F5776F50}" type="pres">
      <dgm:prSet presAssocID="{5DD7D53C-8DE1-4F37-A4F5-2F661824508F}" presName="sibTrans" presStyleCnt="0"/>
      <dgm:spPr/>
    </dgm:pt>
    <dgm:pt modelId="{6041F69D-061E-4618-9D4E-3A32AE43EF1A}" type="pres">
      <dgm:prSet presAssocID="{2CDC4ECC-BFC7-4181-8F0B-80E818A93F69}" presName="node" presStyleLbl="node1" presStyleIdx="13" presStyleCnt="29">
        <dgm:presLayoutVars>
          <dgm:bulletEnabled val="1"/>
        </dgm:presLayoutVars>
      </dgm:prSet>
      <dgm:spPr/>
    </dgm:pt>
    <dgm:pt modelId="{7A57F2BE-117D-41FB-8C05-4FF330DEECA4}" type="pres">
      <dgm:prSet presAssocID="{C6DBB89D-BB59-4D5A-AF78-E1A2F5779FE0}" presName="sibTrans" presStyleCnt="0"/>
      <dgm:spPr/>
    </dgm:pt>
    <dgm:pt modelId="{F2ED7018-4E1D-45A4-B295-7A6EAA1B2B63}" type="pres">
      <dgm:prSet presAssocID="{7AEFE613-916B-4D86-937E-8FEF9BCEE3CC}" presName="node" presStyleLbl="node1" presStyleIdx="14" presStyleCnt="29">
        <dgm:presLayoutVars>
          <dgm:bulletEnabled val="1"/>
        </dgm:presLayoutVars>
      </dgm:prSet>
      <dgm:spPr/>
    </dgm:pt>
    <dgm:pt modelId="{DAA954A7-4B23-4B01-8CE7-C3E59C95597D}" type="pres">
      <dgm:prSet presAssocID="{1B08AB9B-1276-4AF4-AD2D-F6066D462786}" presName="sibTrans" presStyleCnt="0"/>
      <dgm:spPr/>
    </dgm:pt>
    <dgm:pt modelId="{7CA39733-6B42-4E57-91FE-403DCB58ABE7}" type="pres">
      <dgm:prSet presAssocID="{95CE60EC-0625-463A-91DF-B62B8C8A5EFD}" presName="node" presStyleLbl="node1" presStyleIdx="15" presStyleCnt="29">
        <dgm:presLayoutVars>
          <dgm:bulletEnabled val="1"/>
        </dgm:presLayoutVars>
      </dgm:prSet>
      <dgm:spPr/>
    </dgm:pt>
    <dgm:pt modelId="{81C4BD3C-CA0C-498A-8FC4-ACD285DF6F42}" type="pres">
      <dgm:prSet presAssocID="{07F582D7-DF82-4049-AD17-D4EFFD154A37}" presName="sibTrans" presStyleCnt="0"/>
      <dgm:spPr/>
    </dgm:pt>
    <dgm:pt modelId="{28AFF7BA-01F2-434C-A55D-AD1B22C6008D}" type="pres">
      <dgm:prSet presAssocID="{5A33200C-6E09-4DB0-A21B-30FDAA2096A2}" presName="node" presStyleLbl="node1" presStyleIdx="16" presStyleCnt="29">
        <dgm:presLayoutVars>
          <dgm:bulletEnabled val="1"/>
        </dgm:presLayoutVars>
      </dgm:prSet>
      <dgm:spPr/>
    </dgm:pt>
    <dgm:pt modelId="{A3714827-8433-48C1-AE8B-760573493EA3}" type="pres">
      <dgm:prSet presAssocID="{30286E76-7754-4830-B53B-962BA28BDB50}" presName="sibTrans" presStyleCnt="0"/>
      <dgm:spPr/>
    </dgm:pt>
    <dgm:pt modelId="{A3F541D6-BC37-4ADF-BF76-7731999CED70}" type="pres">
      <dgm:prSet presAssocID="{28A15B4E-5D61-486E-9C3A-E814B409653F}" presName="node" presStyleLbl="node1" presStyleIdx="17" presStyleCnt="29">
        <dgm:presLayoutVars>
          <dgm:bulletEnabled val="1"/>
        </dgm:presLayoutVars>
      </dgm:prSet>
      <dgm:spPr/>
    </dgm:pt>
    <dgm:pt modelId="{898A15ED-0A0C-4FFE-9B18-74E9D7655437}" type="pres">
      <dgm:prSet presAssocID="{860FECF9-6EF5-4DF2-860F-F005C23A23E2}" presName="sibTrans" presStyleCnt="0"/>
      <dgm:spPr/>
    </dgm:pt>
    <dgm:pt modelId="{6C64C3F5-3F53-4B71-BD03-65F5C81954D4}" type="pres">
      <dgm:prSet presAssocID="{BDBF46D0-D040-470F-B330-481DDB1B24B0}" presName="node" presStyleLbl="node1" presStyleIdx="18" presStyleCnt="29">
        <dgm:presLayoutVars>
          <dgm:bulletEnabled val="1"/>
        </dgm:presLayoutVars>
      </dgm:prSet>
      <dgm:spPr/>
    </dgm:pt>
    <dgm:pt modelId="{B25F5E20-DA17-4AD0-B847-79E330E244A4}" type="pres">
      <dgm:prSet presAssocID="{D4F2EAC5-DA40-4EE7-8F53-438FACBC773D}" presName="sibTrans" presStyleCnt="0"/>
      <dgm:spPr/>
    </dgm:pt>
    <dgm:pt modelId="{7A58F45A-C652-4864-BD23-F09E9440E8A1}" type="pres">
      <dgm:prSet presAssocID="{53E6DA7D-D6EB-440F-818A-AF5F301DBDAC}" presName="node" presStyleLbl="node1" presStyleIdx="19" presStyleCnt="29">
        <dgm:presLayoutVars>
          <dgm:bulletEnabled val="1"/>
        </dgm:presLayoutVars>
      </dgm:prSet>
      <dgm:spPr/>
    </dgm:pt>
    <dgm:pt modelId="{7F947E66-2A17-4020-90B5-527B0D732B37}" type="pres">
      <dgm:prSet presAssocID="{CC1A04E2-184E-439C-8BF8-B90A043D509B}" presName="sibTrans" presStyleCnt="0"/>
      <dgm:spPr/>
    </dgm:pt>
    <dgm:pt modelId="{6E05C438-7FF5-4301-A034-B4704E9E1E4E}" type="pres">
      <dgm:prSet presAssocID="{0EE5F51A-C3FA-462F-AF2B-0D89C89A1299}" presName="node" presStyleLbl="node1" presStyleIdx="20" presStyleCnt="29">
        <dgm:presLayoutVars>
          <dgm:bulletEnabled val="1"/>
        </dgm:presLayoutVars>
      </dgm:prSet>
      <dgm:spPr/>
    </dgm:pt>
    <dgm:pt modelId="{18B348EE-4FE7-40FD-9320-C07BE6F8EC8B}" type="pres">
      <dgm:prSet presAssocID="{027857E3-C96C-4AC7-B264-C0D00D711A65}" presName="sibTrans" presStyleCnt="0"/>
      <dgm:spPr/>
    </dgm:pt>
    <dgm:pt modelId="{C7E9938D-16CC-4F02-B186-C5F6BFC5D32B}" type="pres">
      <dgm:prSet presAssocID="{647BD56B-4E7F-4EFC-A41E-D737609CC4B0}" presName="node" presStyleLbl="node1" presStyleIdx="21" presStyleCnt="29">
        <dgm:presLayoutVars>
          <dgm:bulletEnabled val="1"/>
        </dgm:presLayoutVars>
      </dgm:prSet>
      <dgm:spPr/>
    </dgm:pt>
    <dgm:pt modelId="{C633BDC7-127C-4505-9F56-42EE6A7FF27D}" type="pres">
      <dgm:prSet presAssocID="{0BAB5A58-A4C6-4E47-B206-C2668B0D09C3}" presName="sibTrans" presStyleCnt="0"/>
      <dgm:spPr/>
    </dgm:pt>
    <dgm:pt modelId="{055ABC94-0898-4F8A-8562-8B6C3A16692B}" type="pres">
      <dgm:prSet presAssocID="{03B96CC4-9B3F-4B3C-B826-8AAB02A8823F}" presName="node" presStyleLbl="node1" presStyleIdx="22" presStyleCnt="29">
        <dgm:presLayoutVars>
          <dgm:bulletEnabled val="1"/>
        </dgm:presLayoutVars>
      </dgm:prSet>
      <dgm:spPr/>
    </dgm:pt>
    <dgm:pt modelId="{F194E1F0-37FA-4BDF-B281-C501AA5EC131}" type="pres">
      <dgm:prSet presAssocID="{F24D8618-9EC8-4517-BE71-6BCE4A41E615}" presName="sibTrans" presStyleCnt="0"/>
      <dgm:spPr/>
    </dgm:pt>
    <dgm:pt modelId="{512D2D5D-25A6-4C33-BF94-B4FA55C930F9}" type="pres">
      <dgm:prSet presAssocID="{BE0BEBB7-5925-4B2C-B302-4DA3DB46D680}" presName="node" presStyleLbl="node1" presStyleIdx="23" presStyleCnt="29">
        <dgm:presLayoutVars>
          <dgm:bulletEnabled val="1"/>
        </dgm:presLayoutVars>
      </dgm:prSet>
      <dgm:spPr/>
    </dgm:pt>
    <dgm:pt modelId="{4C8E2B0A-EB3E-4D82-AF9C-E74BD143B142}" type="pres">
      <dgm:prSet presAssocID="{46996AA0-8CE5-46B6-84DE-AD8D5A1A49B3}" presName="sibTrans" presStyleCnt="0"/>
      <dgm:spPr/>
    </dgm:pt>
    <dgm:pt modelId="{499D079D-3F0A-4492-9F9B-B5454915E1ED}" type="pres">
      <dgm:prSet presAssocID="{97B0B777-B137-476A-9149-2E9E6E353F34}" presName="node" presStyleLbl="node1" presStyleIdx="24" presStyleCnt="29">
        <dgm:presLayoutVars>
          <dgm:bulletEnabled val="1"/>
        </dgm:presLayoutVars>
      </dgm:prSet>
      <dgm:spPr/>
    </dgm:pt>
    <dgm:pt modelId="{5E29AC43-F95D-47D5-8616-2A785DBC8E5B}" type="pres">
      <dgm:prSet presAssocID="{EBF443A0-4B42-45D6-9580-8EE34DDEF70A}" presName="sibTrans" presStyleCnt="0"/>
      <dgm:spPr/>
    </dgm:pt>
    <dgm:pt modelId="{DA8118D2-66C0-4DB5-8D87-A89950D0C1CB}" type="pres">
      <dgm:prSet presAssocID="{68D57E17-F16F-4E85-9DDA-C5659E51997E}" presName="node" presStyleLbl="node1" presStyleIdx="25" presStyleCnt="29">
        <dgm:presLayoutVars>
          <dgm:bulletEnabled val="1"/>
        </dgm:presLayoutVars>
      </dgm:prSet>
      <dgm:spPr/>
    </dgm:pt>
    <dgm:pt modelId="{99BD96EE-2DAE-488E-8056-BDE61594FEC8}" type="pres">
      <dgm:prSet presAssocID="{296C2652-C161-43F3-873B-5E404F2CC822}" presName="sibTrans" presStyleCnt="0"/>
      <dgm:spPr/>
    </dgm:pt>
    <dgm:pt modelId="{131EBCA7-6451-441E-A280-B062FF96BFAC}" type="pres">
      <dgm:prSet presAssocID="{28402C90-0853-4CAE-A6EF-B7E398D2178B}" presName="node" presStyleLbl="node1" presStyleIdx="26" presStyleCnt="29">
        <dgm:presLayoutVars>
          <dgm:bulletEnabled val="1"/>
        </dgm:presLayoutVars>
      </dgm:prSet>
      <dgm:spPr/>
    </dgm:pt>
    <dgm:pt modelId="{EE73181F-6650-44D7-B5C3-009BD891227D}" type="pres">
      <dgm:prSet presAssocID="{57160F5F-FCF5-4CDC-A3EB-7AF964F578B7}" presName="sibTrans" presStyleCnt="0"/>
      <dgm:spPr/>
    </dgm:pt>
    <dgm:pt modelId="{BE178C4B-BF51-4B21-B35F-C88A389D05BD}" type="pres">
      <dgm:prSet presAssocID="{0DC8088E-6B6F-4DF0-A07F-4778E7B79AFD}" presName="node" presStyleLbl="node1" presStyleIdx="27" presStyleCnt="29">
        <dgm:presLayoutVars>
          <dgm:bulletEnabled val="1"/>
        </dgm:presLayoutVars>
      </dgm:prSet>
      <dgm:spPr/>
    </dgm:pt>
    <dgm:pt modelId="{36F0A2A4-DE2C-4D29-85E0-4A268E12F3EE}" type="pres">
      <dgm:prSet presAssocID="{01332DC1-4EA0-46CC-9920-F9686C1D8F57}" presName="sibTrans" presStyleCnt="0"/>
      <dgm:spPr/>
    </dgm:pt>
    <dgm:pt modelId="{A814795C-4ACD-4CE9-8CE1-0F064D499DCA}" type="pres">
      <dgm:prSet presAssocID="{33651514-D366-4376-81AC-25A8759131DE}" presName="node" presStyleLbl="node1" presStyleIdx="28" presStyleCnt="29">
        <dgm:presLayoutVars>
          <dgm:bulletEnabled val="1"/>
        </dgm:presLayoutVars>
      </dgm:prSet>
      <dgm:spPr/>
    </dgm:pt>
  </dgm:ptLst>
  <dgm:cxnLst>
    <dgm:cxn modelId="{D1886A00-4417-4274-BC89-97DDC3BA52C7}" type="presOf" srcId="{B22E3E25-E43D-4172-B7E7-95AC15FFC59E}" destId="{F7414D43-C465-453F-8D06-8EF571FDDCA2}" srcOrd="0" destOrd="0" presId="urn:microsoft.com/office/officeart/2005/8/layout/default"/>
    <dgm:cxn modelId="{4D092203-A35C-4459-A53E-338ABE88F8D2}" srcId="{B22E3E25-E43D-4172-B7E7-95AC15FFC59E}" destId="{BE0BEBB7-5925-4B2C-B302-4DA3DB46D680}" srcOrd="23" destOrd="0" parTransId="{E6B68D31-1E80-4C52-B1CF-756DB2337FE7}" sibTransId="{46996AA0-8CE5-46B6-84DE-AD8D5A1A49B3}"/>
    <dgm:cxn modelId="{41C4F00D-2213-472C-8FD9-3DE36ED98B54}" srcId="{B22E3E25-E43D-4172-B7E7-95AC15FFC59E}" destId="{33651514-D366-4376-81AC-25A8759131DE}" srcOrd="28" destOrd="0" parTransId="{515D14FB-3518-43C6-BD9F-185CE8E1CAB5}" sibTransId="{856FEA13-C097-49C0-B03A-8C71633A637B}"/>
    <dgm:cxn modelId="{437BDC0E-87AA-42D3-A413-A4AC44D9302B}" type="presOf" srcId="{0EE5F51A-C3FA-462F-AF2B-0D89C89A1299}" destId="{6E05C438-7FF5-4301-A034-B4704E9E1E4E}" srcOrd="0" destOrd="0" presId="urn:microsoft.com/office/officeart/2005/8/layout/default"/>
    <dgm:cxn modelId="{5457150F-3971-4FE3-AD5E-DA9258C290A8}" type="presOf" srcId="{53E6DA7D-D6EB-440F-818A-AF5F301DBDAC}" destId="{7A58F45A-C652-4864-BD23-F09E9440E8A1}" srcOrd="0" destOrd="0" presId="urn:microsoft.com/office/officeart/2005/8/layout/default"/>
    <dgm:cxn modelId="{FE247D12-6B71-407E-91FA-5099F6D43BF9}" type="presOf" srcId="{7AEFE613-916B-4D86-937E-8FEF9BCEE3CC}" destId="{F2ED7018-4E1D-45A4-B295-7A6EAA1B2B63}" srcOrd="0" destOrd="0" presId="urn:microsoft.com/office/officeart/2005/8/layout/default"/>
    <dgm:cxn modelId="{2135E813-B318-4ADD-A1ED-45FC8DA7C7AE}" type="presOf" srcId="{647BD56B-4E7F-4EFC-A41E-D737609CC4B0}" destId="{C7E9938D-16CC-4F02-B186-C5F6BFC5D32B}" srcOrd="0" destOrd="0" presId="urn:microsoft.com/office/officeart/2005/8/layout/default"/>
    <dgm:cxn modelId="{7AFC711E-BA90-47B0-9D5B-97773A2A1DB8}" srcId="{B22E3E25-E43D-4172-B7E7-95AC15FFC59E}" destId="{84549FD6-C608-46F1-B6EA-C38033B33316}" srcOrd="5" destOrd="0" parTransId="{90555F5F-71E0-471A-A0F5-0A97B576C4BF}" sibTransId="{200AF256-C249-4812-A454-D97878E98156}"/>
    <dgm:cxn modelId="{3ACA0322-7671-47AE-A7BD-D41BACFAA384}" srcId="{B22E3E25-E43D-4172-B7E7-95AC15FFC59E}" destId="{6ADC0B00-4B0C-468B-B857-16DAFDB0CDD0}" srcOrd="1" destOrd="0" parTransId="{6DEBAA94-1FD6-4B75-B6F0-9866D0A55EE3}" sibTransId="{E36D2E2E-F8AD-4E89-BA0C-3C51826096EA}"/>
    <dgm:cxn modelId="{E5440523-52C6-4D23-956C-909E7C4F0F16}" srcId="{B22E3E25-E43D-4172-B7E7-95AC15FFC59E}" destId="{2CDC4ECC-BFC7-4181-8F0B-80E818A93F69}" srcOrd="13" destOrd="0" parTransId="{ED51687F-25C5-4522-BD4C-1AE4ECE2ED81}" sibTransId="{C6DBB89D-BB59-4D5A-AF78-E1A2F5779FE0}"/>
    <dgm:cxn modelId="{B592A624-D84B-4704-88B2-13AF79110C41}" srcId="{B22E3E25-E43D-4172-B7E7-95AC15FFC59E}" destId="{8E21F388-7DAA-456B-BB12-417CFE68CB29}" srcOrd="12" destOrd="0" parTransId="{5127403C-C30B-47AF-9BF5-1ECD4A072A97}" sibTransId="{5DD7D53C-8DE1-4F37-A4F5-2F661824508F}"/>
    <dgm:cxn modelId="{0B35A629-CAA7-4D15-8249-DE2312EBE3CB}" type="presOf" srcId="{84549FD6-C608-46F1-B6EA-C38033B33316}" destId="{F5FACCF3-2627-4450-954E-0147F3904F83}" srcOrd="0" destOrd="0" presId="urn:microsoft.com/office/officeart/2005/8/layout/default"/>
    <dgm:cxn modelId="{B81F002B-84CD-421F-91BA-76A1C53B6A78}" srcId="{B22E3E25-E43D-4172-B7E7-95AC15FFC59E}" destId="{28A15B4E-5D61-486E-9C3A-E814B409653F}" srcOrd="17" destOrd="0" parTransId="{060BE60D-F300-40CB-A95B-2445737D8D95}" sibTransId="{860FECF9-6EF5-4DF2-860F-F005C23A23E2}"/>
    <dgm:cxn modelId="{B6AEB62B-E688-4DDF-AEB3-881FAB4E2D41}" srcId="{B22E3E25-E43D-4172-B7E7-95AC15FFC59E}" destId="{95CE60EC-0625-463A-91DF-B62B8C8A5EFD}" srcOrd="15" destOrd="0" parTransId="{C0F171BC-7DCE-489B-8698-92B7F8CF0F31}" sibTransId="{07F582D7-DF82-4049-AD17-D4EFFD154A37}"/>
    <dgm:cxn modelId="{AA21FE2C-EC05-4384-810F-6871F3DAD49E}" type="presOf" srcId="{BE0BEBB7-5925-4B2C-B302-4DA3DB46D680}" destId="{512D2D5D-25A6-4C33-BF94-B4FA55C930F9}" srcOrd="0" destOrd="0" presId="urn:microsoft.com/office/officeart/2005/8/layout/default"/>
    <dgm:cxn modelId="{A9B8EA2D-95AE-40C9-800F-10EF80B1AE63}" type="presOf" srcId="{97B0B777-B137-476A-9149-2E9E6E353F34}" destId="{499D079D-3F0A-4492-9F9B-B5454915E1ED}" srcOrd="0" destOrd="0" presId="urn:microsoft.com/office/officeart/2005/8/layout/default"/>
    <dgm:cxn modelId="{AC41712E-40CB-432F-A1B5-1E9AFA973774}" type="presOf" srcId="{95CE60EC-0625-463A-91DF-B62B8C8A5EFD}" destId="{7CA39733-6B42-4E57-91FE-403DCB58ABE7}" srcOrd="0" destOrd="0" presId="urn:microsoft.com/office/officeart/2005/8/layout/default"/>
    <dgm:cxn modelId="{EC724932-C5D1-41E0-9FE7-376B2F34C428}" srcId="{B22E3E25-E43D-4172-B7E7-95AC15FFC59E}" destId="{B459E33F-ED98-4726-9361-54803FCCFA25}" srcOrd="7" destOrd="0" parTransId="{151A7F34-FB77-410C-B6EF-1FE2FCA68138}" sibTransId="{8281A420-FB74-4AD9-B23D-B753E74111A4}"/>
    <dgm:cxn modelId="{EC0C6837-4C72-4377-9A64-EBA82CD79B59}" type="presOf" srcId="{0860B62B-4828-4876-B4AB-0FB80D373E09}" destId="{DCF22986-ACB4-42C7-BF09-465C0EC0B46B}" srcOrd="0" destOrd="0" presId="urn:microsoft.com/office/officeart/2005/8/layout/default"/>
    <dgm:cxn modelId="{CBE4263A-2D6A-4014-B336-B5AD9AEA72A4}" type="presOf" srcId="{082082C1-2415-46D6-8164-585FA9FFDE05}" destId="{FB5E85AF-E952-4BB8-8EAB-CCFBDB38869C}" srcOrd="0" destOrd="0" presId="urn:microsoft.com/office/officeart/2005/8/layout/default"/>
    <dgm:cxn modelId="{96F7DE60-A0AF-493F-91BD-FCBF382D112D}" type="presOf" srcId="{68D57E17-F16F-4E85-9DDA-C5659E51997E}" destId="{DA8118D2-66C0-4DB5-8D87-A89950D0C1CB}" srcOrd="0" destOrd="0" presId="urn:microsoft.com/office/officeart/2005/8/layout/default"/>
    <dgm:cxn modelId="{5F82FB61-97BB-459B-BE97-98297248577C}" srcId="{B22E3E25-E43D-4172-B7E7-95AC15FFC59E}" destId="{28402C90-0853-4CAE-A6EF-B7E398D2178B}" srcOrd="26" destOrd="0" parTransId="{1A11EDEA-64D3-4DD5-8159-06F70A297EC5}" sibTransId="{57160F5F-FCF5-4CDC-A3EB-7AF964F578B7}"/>
    <dgm:cxn modelId="{FD318662-25B9-4BE8-BB20-8AE1B1529F02}" srcId="{B22E3E25-E43D-4172-B7E7-95AC15FFC59E}" destId="{4BC8EFC7-7D0E-497E-93D8-30B0BDA2F359}" srcOrd="8" destOrd="0" parTransId="{29A1BCAB-8F5A-4C42-99E2-6D3B6146D4D8}" sibTransId="{3CCFEF4A-38AD-45AA-BDB3-965C19B75D80}"/>
    <dgm:cxn modelId="{0CC0CF62-170B-4F4F-9905-4704654A21A6}" srcId="{B22E3E25-E43D-4172-B7E7-95AC15FFC59E}" destId="{53E6DA7D-D6EB-440F-818A-AF5F301DBDAC}" srcOrd="19" destOrd="0" parTransId="{7A81B9DA-C148-4247-99C4-194DC357C197}" sibTransId="{CC1A04E2-184E-439C-8BF8-B90A043D509B}"/>
    <dgm:cxn modelId="{9627E543-BE57-4323-ACB6-60AEEF1E446C}" type="presOf" srcId="{4BC8EFC7-7D0E-497E-93D8-30B0BDA2F359}" destId="{8AFE0CA3-7B4D-4D4B-A83B-EF876B5D22E1}" srcOrd="0" destOrd="0" presId="urn:microsoft.com/office/officeart/2005/8/layout/default"/>
    <dgm:cxn modelId="{CEE08D50-97C9-4D46-92B4-0ECAD0712DAD}" srcId="{B22E3E25-E43D-4172-B7E7-95AC15FFC59E}" destId="{082082C1-2415-46D6-8164-585FA9FFDE05}" srcOrd="10" destOrd="0" parTransId="{9BB9A2D0-F30B-460A-974A-2E1BA4CA36C5}" sibTransId="{DC7D0EBC-9DA2-4D37-89E1-EA26243D109B}"/>
    <dgm:cxn modelId="{C3C59673-46CB-43B3-AE81-721339297955}" type="presOf" srcId="{DF66FFB2-B410-473C-B7E0-B19477D46AF5}" destId="{07878FE6-C743-4757-8DE5-12BB4C08B1D8}" srcOrd="0" destOrd="0" presId="urn:microsoft.com/office/officeart/2005/8/layout/default"/>
    <dgm:cxn modelId="{E6205455-6295-4666-A329-87077B166BE1}" srcId="{B22E3E25-E43D-4172-B7E7-95AC15FFC59E}" destId="{48652495-BAF6-4F02-BD6B-5BEEDB50BF47}" srcOrd="11" destOrd="0" parTransId="{28BA3463-DDB8-435B-BC7D-641689D3BF37}" sibTransId="{CEA42689-E2E8-496A-B829-53A1B87131E4}"/>
    <dgm:cxn modelId="{2D418879-42A6-4788-8CCA-1DC64701A8CD}" type="presOf" srcId="{690457EA-0851-4A62-BF78-30D3A17E72F9}" destId="{37760DA6-B084-46ED-A27A-9EE5DC28AF07}" srcOrd="0" destOrd="0" presId="urn:microsoft.com/office/officeart/2005/8/layout/default"/>
    <dgm:cxn modelId="{DA30057B-C7DA-493B-8625-397BF221CD45}" type="presOf" srcId="{9D1E6459-77D9-48F7-8CFB-53716FB6EE46}" destId="{1D027F60-3AF3-407C-B6AF-FBE346F9C37F}" srcOrd="0" destOrd="0" presId="urn:microsoft.com/office/officeart/2005/8/layout/default"/>
    <dgm:cxn modelId="{149D6683-D4F0-4481-9B99-34B4EC7D3394}" type="presOf" srcId="{28A15B4E-5D61-486E-9C3A-E814B409653F}" destId="{A3F541D6-BC37-4ADF-BF76-7731999CED70}" srcOrd="0" destOrd="0" presId="urn:microsoft.com/office/officeart/2005/8/layout/default"/>
    <dgm:cxn modelId="{432C2684-B096-4E23-A0B2-E3E8E4826C48}" srcId="{B22E3E25-E43D-4172-B7E7-95AC15FFC59E}" destId="{0DC8088E-6B6F-4DF0-A07F-4778E7B79AFD}" srcOrd="27" destOrd="0" parTransId="{2396E2FF-ECEB-41F7-A1FB-0E526E397326}" sibTransId="{01332DC1-4EA0-46CC-9920-F9686C1D8F57}"/>
    <dgm:cxn modelId="{FFF8408B-4BF5-4223-8039-A2CF7EFDC1AD}" srcId="{B22E3E25-E43D-4172-B7E7-95AC15FFC59E}" destId="{9D1E6459-77D9-48F7-8CFB-53716FB6EE46}" srcOrd="2" destOrd="0" parTransId="{5E8C2FEB-24D2-4305-8D13-9C8731B257C8}" sibTransId="{E52086E1-49AA-4A67-B148-3DA3B507FBBC}"/>
    <dgm:cxn modelId="{8E30B08F-5C3D-4CB9-81BE-106EB07D29AC}" srcId="{B22E3E25-E43D-4172-B7E7-95AC15FFC59E}" destId="{BDBF46D0-D040-470F-B330-481DDB1B24B0}" srcOrd="18" destOrd="0" parTransId="{5B0E0A67-16AC-4603-AFE9-0A548453ED87}" sibTransId="{D4F2EAC5-DA40-4EE7-8F53-438FACBC773D}"/>
    <dgm:cxn modelId="{6B438E98-A1C0-46B9-A7B1-B954C6D73862}" srcId="{B22E3E25-E43D-4172-B7E7-95AC15FFC59E}" destId="{03B96CC4-9B3F-4B3C-B826-8AAB02A8823F}" srcOrd="22" destOrd="0" parTransId="{F6B40F6B-76C0-4A45-AF4E-85DAC720743C}" sibTransId="{F24D8618-9EC8-4517-BE71-6BCE4A41E615}"/>
    <dgm:cxn modelId="{1DC630A2-5BD9-476D-AACF-8E23A791FBD7}" srcId="{B22E3E25-E43D-4172-B7E7-95AC15FFC59E}" destId="{68D57E17-F16F-4E85-9DDA-C5659E51997E}" srcOrd="25" destOrd="0" parTransId="{D9350B77-25A4-4EB1-BBEC-30E7D77A6E4F}" sibTransId="{296C2652-C161-43F3-873B-5E404F2CC822}"/>
    <dgm:cxn modelId="{8EF487A2-8AA6-47B5-BD0F-6401CD8D73D0}" type="presOf" srcId="{03B96CC4-9B3F-4B3C-B826-8AAB02A8823F}" destId="{055ABC94-0898-4F8A-8562-8B6C3A16692B}" srcOrd="0" destOrd="0" presId="urn:microsoft.com/office/officeart/2005/8/layout/default"/>
    <dgm:cxn modelId="{0B0146A8-7376-42F5-9CFB-4AE1EEC4EB94}" srcId="{B22E3E25-E43D-4172-B7E7-95AC15FFC59E}" destId="{0860B62B-4828-4876-B4AB-0FB80D373E09}" srcOrd="4" destOrd="0" parTransId="{1001D767-C4B3-40AE-93DC-FCFC42F9616F}" sibTransId="{03CBA680-AF95-4125-BCCF-6DA9B02CCBF5}"/>
    <dgm:cxn modelId="{CFD378AF-06BD-4A33-B080-66453ABFA44F}" type="presOf" srcId="{B459E33F-ED98-4726-9361-54803FCCFA25}" destId="{72DED07F-A459-4881-A243-8F788BE70015}" srcOrd="0" destOrd="0" presId="urn:microsoft.com/office/officeart/2005/8/layout/default"/>
    <dgm:cxn modelId="{1529A3AF-5E4D-46FB-878D-F98D3FE56E5E}" srcId="{B22E3E25-E43D-4172-B7E7-95AC15FFC59E}" destId="{5A33200C-6E09-4DB0-A21B-30FDAA2096A2}" srcOrd="16" destOrd="0" parTransId="{9F5D325E-26B6-472B-B3AD-40EEA45AA9CB}" sibTransId="{30286E76-7754-4830-B53B-962BA28BDB50}"/>
    <dgm:cxn modelId="{AA4DCFB2-EDAE-4FEB-ADD7-B2B4C0132F42}" srcId="{B22E3E25-E43D-4172-B7E7-95AC15FFC59E}" destId="{690457EA-0851-4A62-BF78-30D3A17E72F9}" srcOrd="6" destOrd="0" parTransId="{D7966085-7DAB-47F1-BD7B-2F76190D7FC2}" sibTransId="{0936D1FA-694D-4BBC-8A0C-D84938683A28}"/>
    <dgm:cxn modelId="{A2F2BAB6-AB6B-452B-9D50-A1427CF8CC18}" srcId="{B22E3E25-E43D-4172-B7E7-95AC15FFC59E}" destId="{647BD56B-4E7F-4EFC-A41E-D737609CC4B0}" srcOrd="21" destOrd="0" parTransId="{B5F3F020-BABF-4A83-87F8-2184C4DC64A5}" sibTransId="{0BAB5A58-A4C6-4E47-B206-C2668B0D09C3}"/>
    <dgm:cxn modelId="{E0AD06B7-134D-4B6B-9727-470DAE169069}" srcId="{B22E3E25-E43D-4172-B7E7-95AC15FFC59E}" destId="{DF66FFB2-B410-473C-B7E0-B19477D46AF5}" srcOrd="3" destOrd="0" parTransId="{A1685F6A-3DC5-4018-B807-A18A3771E309}" sibTransId="{5177E2C3-7E54-4F1A-A75E-D337D2DF18FF}"/>
    <dgm:cxn modelId="{0B97D6C7-8898-4E36-9D6F-6D63DB6007EB}" type="presOf" srcId="{5A33200C-6E09-4DB0-A21B-30FDAA2096A2}" destId="{28AFF7BA-01F2-434C-A55D-AD1B22C6008D}" srcOrd="0" destOrd="0" presId="urn:microsoft.com/office/officeart/2005/8/layout/default"/>
    <dgm:cxn modelId="{1B4B02CA-44A2-440E-99B2-78DEF0008DB9}" type="presOf" srcId="{0FD88DAA-4315-4D12-8FA0-C92DB410E9C6}" destId="{A53AF639-B903-46CE-95D5-3AEB1F5DD685}" srcOrd="0" destOrd="0" presId="urn:microsoft.com/office/officeart/2005/8/layout/default"/>
    <dgm:cxn modelId="{C2EF45CF-AD9F-4F1C-971D-690A56BDD06F}" type="presOf" srcId="{2CDC4ECC-BFC7-4181-8F0B-80E818A93F69}" destId="{6041F69D-061E-4618-9D4E-3A32AE43EF1A}" srcOrd="0" destOrd="0" presId="urn:microsoft.com/office/officeart/2005/8/layout/default"/>
    <dgm:cxn modelId="{3F59DECF-C9D8-4E91-8CB6-F1BE5BDBA7CA}" type="presOf" srcId="{53B4A0AE-C72E-45D3-A9F5-E38F2A9EC085}" destId="{3C511567-489E-433E-95FD-E8619076F6D1}" srcOrd="0" destOrd="0" presId="urn:microsoft.com/office/officeart/2005/8/layout/default"/>
    <dgm:cxn modelId="{F93CA2D3-02DA-43FA-88D2-CCF1B4090807}" type="presOf" srcId="{6ADC0B00-4B0C-468B-B857-16DAFDB0CDD0}" destId="{B7BF4799-D078-48D6-8B04-672C1C27A355}" srcOrd="0" destOrd="0" presId="urn:microsoft.com/office/officeart/2005/8/layout/default"/>
    <dgm:cxn modelId="{882307DA-0EE4-4320-8B0E-75153F0D83B1}" type="presOf" srcId="{48652495-BAF6-4F02-BD6B-5BEEDB50BF47}" destId="{5026992E-E52A-4822-95F0-6FFF60C99322}" srcOrd="0" destOrd="0" presId="urn:microsoft.com/office/officeart/2005/8/layout/default"/>
    <dgm:cxn modelId="{8BE7C7DA-57A0-496B-963C-C4E6E99A4D64}" type="presOf" srcId="{8E21F388-7DAA-456B-BB12-417CFE68CB29}" destId="{BE50DAF1-42A8-4B52-A4B4-4B39B6B18D1E}" srcOrd="0" destOrd="0" presId="urn:microsoft.com/office/officeart/2005/8/layout/default"/>
    <dgm:cxn modelId="{8422D2DA-256F-4707-A283-99ED1E6D055B}" type="presOf" srcId="{33651514-D366-4376-81AC-25A8759131DE}" destId="{A814795C-4ACD-4CE9-8CE1-0F064D499DCA}" srcOrd="0" destOrd="0" presId="urn:microsoft.com/office/officeart/2005/8/layout/default"/>
    <dgm:cxn modelId="{36E7F0DB-24D7-440D-81E3-A18C2609A1D0}" type="presOf" srcId="{0DC8088E-6B6F-4DF0-A07F-4778E7B79AFD}" destId="{BE178C4B-BF51-4B21-B35F-C88A389D05BD}" srcOrd="0" destOrd="0" presId="urn:microsoft.com/office/officeart/2005/8/layout/default"/>
    <dgm:cxn modelId="{06CB0EDC-5CF0-4C8D-8A81-70CC2AC4AA73}" srcId="{B22E3E25-E43D-4172-B7E7-95AC15FFC59E}" destId="{97B0B777-B137-476A-9149-2E9E6E353F34}" srcOrd="24" destOrd="0" parTransId="{C9598764-71AD-4906-957F-5B1C9EA509EB}" sibTransId="{EBF443A0-4B42-45D6-9580-8EE34DDEF70A}"/>
    <dgm:cxn modelId="{1F3572E7-BC13-41C8-BE87-3FB86D5C3052}" type="presOf" srcId="{BDBF46D0-D040-470F-B330-481DDB1B24B0}" destId="{6C64C3F5-3F53-4B71-BD03-65F5C81954D4}" srcOrd="0" destOrd="0" presId="urn:microsoft.com/office/officeart/2005/8/layout/default"/>
    <dgm:cxn modelId="{6A66E5EE-31F3-459A-AC99-516DC4F5F4B6}" srcId="{B22E3E25-E43D-4172-B7E7-95AC15FFC59E}" destId="{0EE5F51A-C3FA-462F-AF2B-0D89C89A1299}" srcOrd="20" destOrd="0" parTransId="{99F39C72-3BBD-4524-90A1-9F43A6A40E9A}" sibTransId="{027857E3-C96C-4AC7-B264-C0D00D711A65}"/>
    <dgm:cxn modelId="{527849F4-E89A-4915-92F7-36CC7C699A9B}" srcId="{B22E3E25-E43D-4172-B7E7-95AC15FFC59E}" destId="{7AEFE613-916B-4D86-937E-8FEF9BCEE3CC}" srcOrd="14" destOrd="0" parTransId="{D24820FC-8BDA-4105-941C-EA6DB281A428}" sibTransId="{1B08AB9B-1276-4AF4-AD2D-F6066D462786}"/>
    <dgm:cxn modelId="{90EC60F8-D9CA-4477-9831-8BC910E15D00}" srcId="{B22E3E25-E43D-4172-B7E7-95AC15FFC59E}" destId="{0FD88DAA-4315-4D12-8FA0-C92DB410E9C6}" srcOrd="9" destOrd="0" parTransId="{7E90F2BE-75AF-4B6E-9042-ECED52497892}" sibTransId="{1BC0B3C0-CE7D-4380-9AC7-131B450CC510}"/>
    <dgm:cxn modelId="{0D63B3FB-B8FD-427A-8467-736A6F11D0BF}" type="presOf" srcId="{28402C90-0853-4CAE-A6EF-B7E398D2178B}" destId="{131EBCA7-6451-441E-A280-B062FF96BFAC}" srcOrd="0" destOrd="0" presId="urn:microsoft.com/office/officeart/2005/8/layout/default"/>
    <dgm:cxn modelId="{18C08CFE-0769-475C-904F-DD3C1902A0C4}" srcId="{B22E3E25-E43D-4172-B7E7-95AC15FFC59E}" destId="{53B4A0AE-C72E-45D3-A9F5-E38F2A9EC085}" srcOrd="0" destOrd="0" parTransId="{F691FE58-956F-47C7-A89B-A0671D0B0144}" sibTransId="{B2837AC3-7848-421B-BA8B-33A263F2379E}"/>
    <dgm:cxn modelId="{CEE47C69-744E-434E-810E-1DA157B94089}" type="presParOf" srcId="{F7414D43-C465-453F-8D06-8EF571FDDCA2}" destId="{3C511567-489E-433E-95FD-E8619076F6D1}" srcOrd="0" destOrd="0" presId="urn:microsoft.com/office/officeart/2005/8/layout/default"/>
    <dgm:cxn modelId="{00B6AB4C-BBDE-44D1-B47D-9603E0DAF927}" type="presParOf" srcId="{F7414D43-C465-453F-8D06-8EF571FDDCA2}" destId="{971E2FDC-A1F7-4623-98A0-3F847DC47661}" srcOrd="1" destOrd="0" presId="urn:microsoft.com/office/officeart/2005/8/layout/default"/>
    <dgm:cxn modelId="{CF97B6F4-E128-4696-9F79-1B86F38273B8}" type="presParOf" srcId="{F7414D43-C465-453F-8D06-8EF571FDDCA2}" destId="{B7BF4799-D078-48D6-8B04-672C1C27A355}" srcOrd="2" destOrd="0" presId="urn:microsoft.com/office/officeart/2005/8/layout/default"/>
    <dgm:cxn modelId="{7299D4B3-1DB5-4A4C-A0BA-5890C4CDA39B}" type="presParOf" srcId="{F7414D43-C465-453F-8D06-8EF571FDDCA2}" destId="{2E88C357-D0D6-419A-9082-5877E863E916}" srcOrd="3" destOrd="0" presId="urn:microsoft.com/office/officeart/2005/8/layout/default"/>
    <dgm:cxn modelId="{27B51B43-DB6C-4B3B-9CB5-9F04C95EA508}" type="presParOf" srcId="{F7414D43-C465-453F-8D06-8EF571FDDCA2}" destId="{1D027F60-3AF3-407C-B6AF-FBE346F9C37F}" srcOrd="4" destOrd="0" presId="urn:microsoft.com/office/officeart/2005/8/layout/default"/>
    <dgm:cxn modelId="{8779002E-714E-49BE-A9FE-16136CF17E92}" type="presParOf" srcId="{F7414D43-C465-453F-8D06-8EF571FDDCA2}" destId="{B416E6A0-1577-4A0F-A755-323893CBABCA}" srcOrd="5" destOrd="0" presId="urn:microsoft.com/office/officeart/2005/8/layout/default"/>
    <dgm:cxn modelId="{17D4F1BA-6B58-47FC-A4AA-593174F444D1}" type="presParOf" srcId="{F7414D43-C465-453F-8D06-8EF571FDDCA2}" destId="{07878FE6-C743-4757-8DE5-12BB4C08B1D8}" srcOrd="6" destOrd="0" presId="urn:microsoft.com/office/officeart/2005/8/layout/default"/>
    <dgm:cxn modelId="{24A80AA0-DE7E-4194-9AC5-5C76FB3B8A69}" type="presParOf" srcId="{F7414D43-C465-453F-8D06-8EF571FDDCA2}" destId="{412F5420-6941-418F-B6BA-31D4F997B7BC}" srcOrd="7" destOrd="0" presId="urn:microsoft.com/office/officeart/2005/8/layout/default"/>
    <dgm:cxn modelId="{402C6D51-875E-4C69-9253-21EF23A77993}" type="presParOf" srcId="{F7414D43-C465-453F-8D06-8EF571FDDCA2}" destId="{DCF22986-ACB4-42C7-BF09-465C0EC0B46B}" srcOrd="8" destOrd="0" presId="urn:microsoft.com/office/officeart/2005/8/layout/default"/>
    <dgm:cxn modelId="{A8414366-281D-41D9-BB24-7C971DFF294A}" type="presParOf" srcId="{F7414D43-C465-453F-8D06-8EF571FDDCA2}" destId="{DD733929-4FAD-408F-81C1-D954A36C8E65}" srcOrd="9" destOrd="0" presId="urn:microsoft.com/office/officeart/2005/8/layout/default"/>
    <dgm:cxn modelId="{E71C4C52-2A35-4A06-8B08-3D3027FC7748}" type="presParOf" srcId="{F7414D43-C465-453F-8D06-8EF571FDDCA2}" destId="{F5FACCF3-2627-4450-954E-0147F3904F83}" srcOrd="10" destOrd="0" presId="urn:microsoft.com/office/officeart/2005/8/layout/default"/>
    <dgm:cxn modelId="{4A6BE6BC-3430-4651-8DD7-10381432786F}" type="presParOf" srcId="{F7414D43-C465-453F-8D06-8EF571FDDCA2}" destId="{18FD7430-22D9-4F69-BA80-F22FFE72DF25}" srcOrd="11" destOrd="0" presId="urn:microsoft.com/office/officeart/2005/8/layout/default"/>
    <dgm:cxn modelId="{EC1CE966-6D22-41A6-A6F8-EB0BEDBB9DA0}" type="presParOf" srcId="{F7414D43-C465-453F-8D06-8EF571FDDCA2}" destId="{37760DA6-B084-46ED-A27A-9EE5DC28AF07}" srcOrd="12" destOrd="0" presId="urn:microsoft.com/office/officeart/2005/8/layout/default"/>
    <dgm:cxn modelId="{D225E8D3-06CD-4902-BAD0-7908F0C6F666}" type="presParOf" srcId="{F7414D43-C465-453F-8D06-8EF571FDDCA2}" destId="{EACDD529-F3E7-4D42-BF5D-0250EB38827C}" srcOrd="13" destOrd="0" presId="urn:microsoft.com/office/officeart/2005/8/layout/default"/>
    <dgm:cxn modelId="{5D7220AA-6B91-475C-ADF6-872486FBAAEB}" type="presParOf" srcId="{F7414D43-C465-453F-8D06-8EF571FDDCA2}" destId="{72DED07F-A459-4881-A243-8F788BE70015}" srcOrd="14" destOrd="0" presId="urn:microsoft.com/office/officeart/2005/8/layout/default"/>
    <dgm:cxn modelId="{1C304909-88F8-41F4-8151-E2608CCBE33B}" type="presParOf" srcId="{F7414D43-C465-453F-8D06-8EF571FDDCA2}" destId="{7685B532-0EC5-41BE-989E-8884C078F69A}" srcOrd="15" destOrd="0" presId="urn:microsoft.com/office/officeart/2005/8/layout/default"/>
    <dgm:cxn modelId="{76FC369C-9C4E-4FF7-9ECA-FCC27226C9FF}" type="presParOf" srcId="{F7414D43-C465-453F-8D06-8EF571FDDCA2}" destId="{8AFE0CA3-7B4D-4D4B-A83B-EF876B5D22E1}" srcOrd="16" destOrd="0" presId="urn:microsoft.com/office/officeart/2005/8/layout/default"/>
    <dgm:cxn modelId="{FA8FB0E0-B4E0-4067-8397-9354871A88D8}" type="presParOf" srcId="{F7414D43-C465-453F-8D06-8EF571FDDCA2}" destId="{7708EFA4-48F0-41B6-B46F-8105A751EE25}" srcOrd="17" destOrd="0" presId="urn:microsoft.com/office/officeart/2005/8/layout/default"/>
    <dgm:cxn modelId="{53DE485A-1168-47E5-BF61-D145609BA155}" type="presParOf" srcId="{F7414D43-C465-453F-8D06-8EF571FDDCA2}" destId="{A53AF639-B903-46CE-95D5-3AEB1F5DD685}" srcOrd="18" destOrd="0" presId="urn:microsoft.com/office/officeart/2005/8/layout/default"/>
    <dgm:cxn modelId="{D29C4CF4-FFBA-45F2-A2B0-D5F9F144ABB8}" type="presParOf" srcId="{F7414D43-C465-453F-8D06-8EF571FDDCA2}" destId="{F09F1DC0-9B66-437A-A380-50700E5F59C8}" srcOrd="19" destOrd="0" presId="urn:microsoft.com/office/officeart/2005/8/layout/default"/>
    <dgm:cxn modelId="{9D391DBE-C4CF-4BB3-BC35-C47B07DA5DB9}" type="presParOf" srcId="{F7414D43-C465-453F-8D06-8EF571FDDCA2}" destId="{FB5E85AF-E952-4BB8-8EAB-CCFBDB38869C}" srcOrd="20" destOrd="0" presId="urn:microsoft.com/office/officeart/2005/8/layout/default"/>
    <dgm:cxn modelId="{5178AF01-0964-4A9B-9FB1-BE9415E98ED0}" type="presParOf" srcId="{F7414D43-C465-453F-8D06-8EF571FDDCA2}" destId="{5CA95FD4-4796-4DF6-BD2F-C65859EB76E4}" srcOrd="21" destOrd="0" presId="urn:microsoft.com/office/officeart/2005/8/layout/default"/>
    <dgm:cxn modelId="{35204F62-91CC-47F6-84C3-FC25A327E081}" type="presParOf" srcId="{F7414D43-C465-453F-8D06-8EF571FDDCA2}" destId="{5026992E-E52A-4822-95F0-6FFF60C99322}" srcOrd="22" destOrd="0" presId="urn:microsoft.com/office/officeart/2005/8/layout/default"/>
    <dgm:cxn modelId="{DD631329-9A83-4CF0-820C-6AD534C539B5}" type="presParOf" srcId="{F7414D43-C465-453F-8D06-8EF571FDDCA2}" destId="{B9EA1AEF-A6C3-468A-9148-5846A832E679}" srcOrd="23" destOrd="0" presId="urn:microsoft.com/office/officeart/2005/8/layout/default"/>
    <dgm:cxn modelId="{0B2B5C6E-D338-46B9-BB71-3D6B4B8F4D57}" type="presParOf" srcId="{F7414D43-C465-453F-8D06-8EF571FDDCA2}" destId="{BE50DAF1-42A8-4B52-A4B4-4B39B6B18D1E}" srcOrd="24" destOrd="0" presId="urn:microsoft.com/office/officeart/2005/8/layout/default"/>
    <dgm:cxn modelId="{5D063F2C-167A-4BC4-A346-12FF334E67B6}" type="presParOf" srcId="{F7414D43-C465-453F-8D06-8EF571FDDCA2}" destId="{96E7CB14-BD72-4DBA-BF2E-8294F5776F50}" srcOrd="25" destOrd="0" presId="urn:microsoft.com/office/officeart/2005/8/layout/default"/>
    <dgm:cxn modelId="{CA6BF487-1C4C-41D8-BC35-915284D52371}" type="presParOf" srcId="{F7414D43-C465-453F-8D06-8EF571FDDCA2}" destId="{6041F69D-061E-4618-9D4E-3A32AE43EF1A}" srcOrd="26" destOrd="0" presId="urn:microsoft.com/office/officeart/2005/8/layout/default"/>
    <dgm:cxn modelId="{B4488118-1365-4494-B541-4ED38AED922F}" type="presParOf" srcId="{F7414D43-C465-453F-8D06-8EF571FDDCA2}" destId="{7A57F2BE-117D-41FB-8C05-4FF330DEECA4}" srcOrd="27" destOrd="0" presId="urn:microsoft.com/office/officeart/2005/8/layout/default"/>
    <dgm:cxn modelId="{00F340E6-40A6-4E86-AC51-093253A8484F}" type="presParOf" srcId="{F7414D43-C465-453F-8D06-8EF571FDDCA2}" destId="{F2ED7018-4E1D-45A4-B295-7A6EAA1B2B63}" srcOrd="28" destOrd="0" presId="urn:microsoft.com/office/officeart/2005/8/layout/default"/>
    <dgm:cxn modelId="{F21DA74F-8A95-4EAA-A437-19DF2E750BE4}" type="presParOf" srcId="{F7414D43-C465-453F-8D06-8EF571FDDCA2}" destId="{DAA954A7-4B23-4B01-8CE7-C3E59C95597D}" srcOrd="29" destOrd="0" presId="urn:microsoft.com/office/officeart/2005/8/layout/default"/>
    <dgm:cxn modelId="{6C746F67-0FBC-4868-93BC-508ED336AFD3}" type="presParOf" srcId="{F7414D43-C465-453F-8D06-8EF571FDDCA2}" destId="{7CA39733-6B42-4E57-91FE-403DCB58ABE7}" srcOrd="30" destOrd="0" presId="urn:microsoft.com/office/officeart/2005/8/layout/default"/>
    <dgm:cxn modelId="{A5AE6262-BF99-4B8A-92EE-84AE63027A05}" type="presParOf" srcId="{F7414D43-C465-453F-8D06-8EF571FDDCA2}" destId="{81C4BD3C-CA0C-498A-8FC4-ACD285DF6F42}" srcOrd="31" destOrd="0" presId="urn:microsoft.com/office/officeart/2005/8/layout/default"/>
    <dgm:cxn modelId="{0AE2A9CA-4138-4FCB-8B11-E892142D1F32}" type="presParOf" srcId="{F7414D43-C465-453F-8D06-8EF571FDDCA2}" destId="{28AFF7BA-01F2-434C-A55D-AD1B22C6008D}" srcOrd="32" destOrd="0" presId="urn:microsoft.com/office/officeart/2005/8/layout/default"/>
    <dgm:cxn modelId="{1816FCA2-0D98-442C-BC9F-5B3AA0994C23}" type="presParOf" srcId="{F7414D43-C465-453F-8D06-8EF571FDDCA2}" destId="{A3714827-8433-48C1-AE8B-760573493EA3}" srcOrd="33" destOrd="0" presId="urn:microsoft.com/office/officeart/2005/8/layout/default"/>
    <dgm:cxn modelId="{E5D75FCE-E9C6-4E0A-9F35-319B95E4B285}" type="presParOf" srcId="{F7414D43-C465-453F-8D06-8EF571FDDCA2}" destId="{A3F541D6-BC37-4ADF-BF76-7731999CED70}" srcOrd="34" destOrd="0" presId="urn:microsoft.com/office/officeart/2005/8/layout/default"/>
    <dgm:cxn modelId="{44E70E15-E229-4578-8548-AA9BEDF464E8}" type="presParOf" srcId="{F7414D43-C465-453F-8D06-8EF571FDDCA2}" destId="{898A15ED-0A0C-4FFE-9B18-74E9D7655437}" srcOrd="35" destOrd="0" presId="urn:microsoft.com/office/officeart/2005/8/layout/default"/>
    <dgm:cxn modelId="{7F4A9BA0-3AB2-4A46-8C2F-9975E023BF96}" type="presParOf" srcId="{F7414D43-C465-453F-8D06-8EF571FDDCA2}" destId="{6C64C3F5-3F53-4B71-BD03-65F5C81954D4}" srcOrd="36" destOrd="0" presId="urn:microsoft.com/office/officeart/2005/8/layout/default"/>
    <dgm:cxn modelId="{5237449F-47BE-4AB7-BC91-4A482FECF7CA}" type="presParOf" srcId="{F7414D43-C465-453F-8D06-8EF571FDDCA2}" destId="{B25F5E20-DA17-4AD0-B847-79E330E244A4}" srcOrd="37" destOrd="0" presId="urn:microsoft.com/office/officeart/2005/8/layout/default"/>
    <dgm:cxn modelId="{0CD7EFB1-F7CB-4786-A52B-734EA066686B}" type="presParOf" srcId="{F7414D43-C465-453F-8D06-8EF571FDDCA2}" destId="{7A58F45A-C652-4864-BD23-F09E9440E8A1}" srcOrd="38" destOrd="0" presId="urn:microsoft.com/office/officeart/2005/8/layout/default"/>
    <dgm:cxn modelId="{A4DD0DFA-B201-4302-9547-E55549C016D5}" type="presParOf" srcId="{F7414D43-C465-453F-8D06-8EF571FDDCA2}" destId="{7F947E66-2A17-4020-90B5-527B0D732B37}" srcOrd="39" destOrd="0" presId="urn:microsoft.com/office/officeart/2005/8/layout/default"/>
    <dgm:cxn modelId="{12F36CC8-AB60-4846-88A5-E8AA0C521AAB}" type="presParOf" srcId="{F7414D43-C465-453F-8D06-8EF571FDDCA2}" destId="{6E05C438-7FF5-4301-A034-B4704E9E1E4E}" srcOrd="40" destOrd="0" presId="urn:microsoft.com/office/officeart/2005/8/layout/default"/>
    <dgm:cxn modelId="{7F13D9AD-3A91-4A63-83C5-F954FE9A6478}" type="presParOf" srcId="{F7414D43-C465-453F-8D06-8EF571FDDCA2}" destId="{18B348EE-4FE7-40FD-9320-C07BE6F8EC8B}" srcOrd="41" destOrd="0" presId="urn:microsoft.com/office/officeart/2005/8/layout/default"/>
    <dgm:cxn modelId="{9865B81D-AEAE-4B95-868B-32BC0FDB3A7F}" type="presParOf" srcId="{F7414D43-C465-453F-8D06-8EF571FDDCA2}" destId="{C7E9938D-16CC-4F02-B186-C5F6BFC5D32B}" srcOrd="42" destOrd="0" presId="urn:microsoft.com/office/officeart/2005/8/layout/default"/>
    <dgm:cxn modelId="{C136059C-6182-4F2F-B90C-01F22665A383}" type="presParOf" srcId="{F7414D43-C465-453F-8D06-8EF571FDDCA2}" destId="{C633BDC7-127C-4505-9F56-42EE6A7FF27D}" srcOrd="43" destOrd="0" presId="urn:microsoft.com/office/officeart/2005/8/layout/default"/>
    <dgm:cxn modelId="{A605095E-C88B-401A-8820-1E2CB5FEDF0A}" type="presParOf" srcId="{F7414D43-C465-453F-8D06-8EF571FDDCA2}" destId="{055ABC94-0898-4F8A-8562-8B6C3A16692B}" srcOrd="44" destOrd="0" presId="urn:microsoft.com/office/officeart/2005/8/layout/default"/>
    <dgm:cxn modelId="{DCD6DA71-572C-40B5-AC35-FAC3657CD2B1}" type="presParOf" srcId="{F7414D43-C465-453F-8D06-8EF571FDDCA2}" destId="{F194E1F0-37FA-4BDF-B281-C501AA5EC131}" srcOrd="45" destOrd="0" presId="urn:microsoft.com/office/officeart/2005/8/layout/default"/>
    <dgm:cxn modelId="{A07E0F84-3197-4D0F-A2C2-1B254AC8FB71}" type="presParOf" srcId="{F7414D43-C465-453F-8D06-8EF571FDDCA2}" destId="{512D2D5D-25A6-4C33-BF94-B4FA55C930F9}" srcOrd="46" destOrd="0" presId="urn:microsoft.com/office/officeart/2005/8/layout/default"/>
    <dgm:cxn modelId="{0F07B071-4008-470A-9184-100DE3DA0CDA}" type="presParOf" srcId="{F7414D43-C465-453F-8D06-8EF571FDDCA2}" destId="{4C8E2B0A-EB3E-4D82-AF9C-E74BD143B142}" srcOrd="47" destOrd="0" presId="urn:microsoft.com/office/officeart/2005/8/layout/default"/>
    <dgm:cxn modelId="{AC73A08A-01A3-4AD6-BC22-30E119315E93}" type="presParOf" srcId="{F7414D43-C465-453F-8D06-8EF571FDDCA2}" destId="{499D079D-3F0A-4492-9F9B-B5454915E1ED}" srcOrd="48" destOrd="0" presId="urn:microsoft.com/office/officeart/2005/8/layout/default"/>
    <dgm:cxn modelId="{FD2F59A8-C4B9-43A4-9312-6392298FA88F}" type="presParOf" srcId="{F7414D43-C465-453F-8D06-8EF571FDDCA2}" destId="{5E29AC43-F95D-47D5-8616-2A785DBC8E5B}" srcOrd="49" destOrd="0" presId="urn:microsoft.com/office/officeart/2005/8/layout/default"/>
    <dgm:cxn modelId="{D3CDFF1E-4513-43A1-8931-72D320BC448C}" type="presParOf" srcId="{F7414D43-C465-453F-8D06-8EF571FDDCA2}" destId="{DA8118D2-66C0-4DB5-8D87-A89950D0C1CB}" srcOrd="50" destOrd="0" presId="urn:microsoft.com/office/officeart/2005/8/layout/default"/>
    <dgm:cxn modelId="{2A51C2C6-4267-4DE2-8FDD-D33CE73AF670}" type="presParOf" srcId="{F7414D43-C465-453F-8D06-8EF571FDDCA2}" destId="{99BD96EE-2DAE-488E-8056-BDE61594FEC8}" srcOrd="51" destOrd="0" presId="urn:microsoft.com/office/officeart/2005/8/layout/default"/>
    <dgm:cxn modelId="{401ABAC7-02AE-4D37-8B35-00E1FC89C656}" type="presParOf" srcId="{F7414D43-C465-453F-8D06-8EF571FDDCA2}" destId="{131EBCA7-6451-441E-A280-B062FF96BFAC}" srcOrd="52" destOrd="0" presId="urn:microsoft.com/office/officeart/2005/8/layout/default"/>
    <dgm:cxn modelId="{5FEF11FC-7C15-4A04-9A52-98D44410A336}" type="presParOf" srcId="{F7414D43-C465-453F-8D06-8EF571FDDCA2}" destId="{EE73181F-6650-44D7-B5C3-009BD891227D}" srcOrd="53" destOrd="0" presId="urn:microsoft.com/office/officeart/2005/8/layout/default"/>
    <dgm:cxn modelId="{3F67D0FC-7C41-4BB9-AB6D-27FE8DA3CFED}" type="presParOf" srcId="{F7414D43-C465-453F-8D06-8EF571FDDCA2}" destId="{BE178C4B-BF51-4B21-B35F-C88A389D05BD}" srcOrd="54" destOrd="0" presId="urn:microsoft.com/office/officeart/2005/8/layout/default"/>
    <dgm:cxn modelId="{7AB6725A-E2D4-41BC-823D-D304926C0237}" type="presParOf" srcId="{F7414D43-C465-453F-8D06-8EF571FDDCA2}" destId="{36F0A2A4-DE2C-4D29-85E0-4A268E12F3EE}" srcOrd="55" destOrd="0" presId="urn:microsoft.com/office/officeart/2005/8/layout/default"/>
    <dgm:cxn modelId="{F8F9E06A-4AC5-4964-AD7B-66C9127EF221}" type="presParOf" srcId="{F7414D43-C465-453F-8D06-8EF571FDDCA2}" destId="{A814795C-4ACD-4CE9-8CE1-0F064D499DCA}" srcOrd="5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B2A9B-773F-4B65-BC51-7DFFF21BB502}">
      <dsp:nvSpPr>
        <dsp:cNvPr id="0" name=""/>
        <dsp:cNvSpPr/>
      </dsp:nvSpPr>
      <dsp:spPr>
        <a:xfrm>
          <a:off x="2008378" y="1287529"/>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854" y="1330946"/>
        <a:ext cx="23029" cy="4605"/>
      </dsp:txXfrm>
    </dsp:sp>
    <dsp:sp modelId="{A5BDAF76-ACD8-4C32-B86D-CB49E6909076}">
      <dsp:nvSpPr>
        <dsp:cNvPr id="0" name=""/>
        <dsp:cNvSpPr/>
      </dsp:nvSpPr>
      <dsp:spPr>
        <a:xfrm>
          <a:off x="7650" y="732491"/>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The primary objectives of the Failure Archive platform are as follows:</a:t>
          </a:r>
          <a:endParaRPr lang="en-US" sz="1200" kern="1200"/>
        </a:p>
      </dsp:txBody>
      <dsp:txXfrm>
        <a:off x="7650" y="732491"/>
        <a:ext cx="2002527" cy="1201516"/>
      </dsp:txXfrm>
    </dsp:sp>
    <dsp:sp modelId="{8EB17B9B-1346-49EC-8211-699F72DCE88E}">
      <dsp:nvSpPr>
        <dsp:cNvPr id="0" name=""/>
        <dsp:cNvSpPr/>
      </dsp:nvSpPr>
      <dsp:spPr>
        <a:xfrm>
          <a:off x="4471486" y="1287529"/>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4963" y="1330946"/>
        <a:ext cx="23029" cy="4605"/>
      </dsp:txXfrm>
    </dsp:sp>
    <dsp:sp modelId="{61F17A13-11FD-4FE7-829B-B891277C916E}">
      <dsp:nvSpPr>
        <dsp:cNvPr id="0" name=""/>
        <dsp:cNvSpPr/>
      </dsp:nvSpPr>
      <dsp:spPr>
        <a:xfrm>
          <a:off x="2470759" y="732491"/>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b="1" kern="1200"/>
            <a:t>(a) To Create a Comprehensive Repository</a:t>
          </a:r>
          <a:endParaRPr lang="en-US" sz="1200" kern="1200"/>
        </a:p>
      </dsp:txBody>
      <dsp:txXfrm>
        <a:off x="2470759" y="732491"/>
        <a:ext cx="2002527" cy="1201516"/>
      </dsp:txXfrm>
    </dsp:sp>
    <dsp:sp modelId="{4B8D2BB9-C502-4077-8C44-2454B8DB825A}">
      <dsp:nvSpPr>
        <dsp:cNvPr id="0" name=""/>
        <dsp:cNvSpPr/>
      </dsp:nvSpPr>
      <dsp:spPr>
        <a:xfrm>
          <a:off x="6934595" y="1287529"/>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138071" y="1330946"/>
        <a:ext cx="23029" cy="4605"/>
      </dsp:txXfrm>
    </dsp:sp>
    <dsp:sp modelId="{96BC5792-7D38-4527-8B30-011C58F47270}">
      <dsp:nvSpPr>
        <dsp:cNvPr id="0" name=""/>
        <dsp:cNvSpPr/>
      </dsp:nvSpPr>
      <dsp:spPr>
        <a:xfrm>
          <a:off x="4933868" y="732491"/>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Develop a centralized database containing detailed accounts of business, academic, professional, and personal failures.</a:t>
          </a:r>
          <a:endParaRPr lang="en-US" sz="1200" kern="1200"/>
        </a:p>
      </dsp:txBody>
      <dsp:txXfrm>
        <a:off x="4933868" y="732491"/>
        <a:ext cx="2002527" cy="1201516"/>
      </dsp:txXfrm>
    </dsp:sp>
    <dsp:sp modelId="{D0852292-D879-42D3-B5CC-3FF1E64EF14B}">
      <dsp:nvSpPr>
        <dsp:cNvPr id="0" name=""/>
        <dsp:cNvSpPr/>
      </dsp:nvSpPr>
      <dsp:spPr>
        <a:xfrm>
          <a:off x="9397704" y="1287529"/>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601180" y="1330946"/>
        <a:ext cx="23029" cy="4605"/>
      </dsp:txXfrm>
    </dsp:sp>
    <dsp:sp modelId="{1C640788-1BA8-43FE-8D9C-7B70762EDC90}">
      <dsp:nvSpPr>
        <dsp:cNvPr id="0" name=""/>
        <dsp:cNvSpPr/>
      </dsp:nvSpPr>
      <dsp:spPr>
        <a:xfrm>
          <a:off x="7396977" y="732491"/>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b="1" kern="1200"/>
            <a:t>(b) To Facilitate Knowledge Sharing</a:t>
          </a:r>
          <a:endParaRPr lang="en-US" sz="1200" kern="1200"/>
        </a:p>
      </dsp:txBody>
      <dsp:txXfrm>
        <a:off x="7396977" y="732491"/>
        <a:ext cx="2002527" cy="1201516"/>
      </dsp:txXfrm>
    </dsp:sp>
    <dsp:sp modelId="{9E55C03B-A3B6-4CE9-8C22-336BD8C18E52}">
      <dsp:nvSpPr>
        <dsp:cNvPr id="0" name=""/>
        <dsp:cNvSpPr/>
      </dsp:nvSpPr>
      <dsp:spPr>
        <a:xfrm>
          <a:off x="1008914" y="1932207"/>
          <a:ext cx="9852435" cy="429981"/>
        </a:xfrm>
        <a:custGeom>
          <a:avLst/>
          <a:gdLst/>
          <a:ahLst/>
          <a:cxnLst/>
          <a:rect l="0" t="0" r="0" b="0"/>
          <a:pathLst>
            <a:path>
              <a:moveTo>
                <a:pt x="9852435" y="0"/>
              </a:moveTo>
              <a:lnTo>
                <a:pt x="9852435" y="232090"/>
              </a:lnTo>
              <a:lnTo>
                <a:pt x="0" y="232090"/>
              </a:lnTo>
              <a:lnTo>
                <a:pt x="0" y="42998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88552" y="2144895"/>
        <a:ext cx="493159" cy="4605"/>
      </dsp:txXfrm>
    </dsp:sp>
    <dsp:sp modelId="{C3138B09-ACCB-4C6F-94FD-240EDB663B6E}">
      <dsp:nvSpPr>
        <dsp:cNvPr id="0" name=""/>
        <dsp:cNvSpPr/>
      </dsp:nvSpPr>
      <dsp:spPr>
        <a:xfrm>
          <a:off x="9860085" y="732491"/>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Enable individuals and organizations to share lessons learned from unsuccessful experiences.</a:t>
          </a:r>
          <a:endParaRPr lang="en-US" sz="1200" kern="1200"/>
        </a:p>
      </dsp:txBody>
      <dsp:txXfrm>
        <a:off x="9860085" y="732491"/>
        <a:ext cx="2002527" cy="1201516"/>
      </dsp:txXfrm>
    </dsp:sp>
    <dsp:sp modelId="{06ED98E0-3AA0-4D64-92B3-1FA9ACC9C598}">
      <dsp:nvSpPr>
        <dsp:cNvPr id="0" name=""/>
        <dsp:cNvSpPr/>
      </dsp:nvSpPr>
      <dsp:spPr>
        <a:xfrm>
          <a:off x="2008378" y="2949627"/>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854" y="2993044"/>
        <a:ext cx="23029" cy="4605"/>
      </dsp:txXfrm>
    </dsp:sp>
    <dsp:sp modelId="{038CF779-D729-46F4-86B5-29CEAEA3665E}">
      <dsp:nvSpPr>
        <dsp:cNvPr id="0" name=""/>
        <dsp:cNvSpPr/>
      </dsp:nvSpPr>
      <dsp:spPr>
        <a:xfrm>
          <a:off x="7650" y="2394589"/>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b="1" kern="1200"/>
            <a:t>(c) To Promote Strategic Learning</a:t>
          </a:r>
          <a:endParaRPr lang="en-US" sz="1200" kern="1200"/>
        </a:p>
      </dsp:txBody>
      <dsp:txXfrm>
        <a:off x="7650" y="2394589"/>
        <a:ext cx="2002527" cy="1201516"/>
      </dsp:txXfrm>
    </dsp:sp>
    <dsp:sp modelId="{95A486BB-1033-4A02-A015-346294789C81}">
      <dsp:nvSpPr>
        <dsp:cNvPr id="0" name=""/>
        <dsp:cNvSpPr/>
      </dsp:nvSpPr>
      <dsp:spPr>
        <a:xfrm>
          <a:off x="4471486" y="2949627"/>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4963" y="2993044"/>
        <a:ext cx="23029" cy="4605"/>
      </dsp:txXfrm>
    </dsp:sp>
    <dsp:sp modelId="{D16D8547-9C3A-4276-B53A-0562E6FFE7CD}">
      <dsp:nvSpPr>
        <dsp:cNvPr id="0" name=""/>
        <dsp:cNvSpPr/>
      </dsp:nvSpPr>
      <dsp:spPr>
        <a:xfrm>
          <a:off x="2470759" y="2394589"/>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Help users understand common pitfalls and adopt preventive measures through collective intelligence.</a:t>
          </a:r>
          <a:endParaRPr lang="en-US" sz="1200" kern="1200"/>
        </a:p>
      </dsp:txBody>
      <dsp:txXfrm>
        <a:off x="2470759" y="2394589"/>
        <a:ext cx="2002527" cy="1201516"/>
      </dsp:txXfrm>
    </dsp:sp>
    <dsp:sp modelId="{946AA5AC-B834-4012-8F08-1E13B8E8F7CF}">
      <dsp:nvSpPr>
        <dsp:cNvPr id="0" name=""/>
        <dsp:cNvSpPr/>
      </dsp:nvSpPr>
      <dsp:spPr>
        <a:xfrm>
          <a:off x="6934595" y="2949627"/>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138071" y="2993044"/>
        <a:ext cx="23029" cy="4605"/>
      </dsp:txXfrm>
    </dsp:sp>
    <dsp:sp modelId="{E8BDF88C-087D-49FE-93B2-9233EA6718D8}">
      <dsp:nvSpPr>
        <dsp:cNvPr id="0" name=""/>
        <dsp:cNvSpPr/>
      </dsp:nvSpPr>
      <dsp:spPr>
        <a:xfrm>
          <a:off x="4933868" y="2394589"/>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b="1" kern="1200"/>
            <a:t>(d) To Leverage Artificial Intelligence</a:t>
          </a:r>
          <a:endParaRPr lang="en-US" sz="1200" kern="1200"/>
        </a:p>
      </dsp:txBody>
      <dsp:txXfrm>
        <a:off x="4933868" y="2394589"/>
        <a:ext cx="2002527" cy="1201516"/>
      </dsp:txXfrm>
    </dsp:sp>
    <dsp:sp modelId="{6BD32563-5A5C-41A4-AD56-E5E0A95AAB1B}">
      <dsp:nvSpPr>
        <dsp:cNvPr id="0" name=""/>
        <dsp:cNvSpPr/>
      </dsp:nvSpPr>
      <dsp:spPr>
        <a:xfrm>
          <a:off x="9397704" y="2949627"/>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601180" y="2993044"/>
        <a:ext cx="23029" cy="4605"/>
      </dsp:txXfrm>
    </dsp:sp>
    <dsp:sp modelId="{DD9C0EA1-D50D-4282-96FD-757DFDD6727C}">
      <dsp:nvSpPr>
        <dsp:cNvPr id="0" name=""/>
        <dsp:cNvSpPr/>
      </dsp:nvSpPr>
      <dsp:spPr>
        <a:xfrm>
          <a:off x="7396977" y="2394589"/>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Utilize AI technologies to analyze patterns across failures and generate predictive insights.</a:t>
          </a:r>
          <a:endParaRPr lang="en-US" sz="1200" kern="1200"/>
        </a:p>
      </dsp:txBody>
      <dsp:txXfrm>
        <a:off x="7396977" y="2394589"/>
        <a:ext cx="2002527" cy="1201516"/>
      </dsp:txXfrm>
    </dsp:sp>
    <dsp:sp modelId="{C8D4C257-2D23-4C59-8097-6C68CE2758C2}">
      <dsp:nvSpPr>
        <dsp:cNvPr id="0" name=""/>
        <dsp:cNvSpPr/>
      </dsp:nvSpPr>
      <dsp:spPr>
        <a:xfrm>
          <a:off x="1008914" y="3594305"/>
          <a:ext cx="9852435" cy="429981"/>
        </a:xfrm>
        <a:custGeom>
          <a:avLst/>
          <a:gdLst/>
          <a:ahLst/>
          <a:cxnLst/>
          <a:rect l="0" t="0" r="0" b="0"/>
          <a:pathLst>
            <a:path>
              <a:moveTo>
                <a:pt x="9852435" y="0"/>
              </a:moveTo>
              <a:lnTo>
                <a:pt x="9852435" y="232090"/>
              </a:lnTo>
              <a:lnTo>
                <a:pt x="0" y="232090"/>
              </a:lnTo>
              <a:lnTo>
                <a:pt x="0" y="42998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88552" y="3806993"/>
        <a:ext cx="493159" cy="4605"/>
      </dsp:txXfrm>
    </dsp:sp>
    <dsp:sp modelId="{030C8D60-2B8A-417F-B396-DCD5DC166F5A}">
      <dsp:nvSpPr>
        <dsp:cNvPr id="0" name=""/>
        <dsp:cNvSpPr/>
      </dsp:nvSpPr>
      <dsp:spPr>
        <a:xfrm>
          <a:off x="9860085" y="2394589"/>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b="1" kern="1200"/>
            <a:t>(e) To Support Better Decision-Making</a:t>
          </a:r>
          <a:endParaRPr lang="en-US" sz="1200" kern="1200"/>
        </a:p>
      </dsp:txBody>
      <dsp:txXfrm>
        <a:off x="9860085" y="2394589"/>
        <a:ext cx="2002527" cy="1201516"/>
      </dsp:txXfrm>
    </dsp:sp>
    <dsp:sp modelId="{43C614A1-D7EA-43DE-BC32-828405946285}">
      <dsp:nvSpPr>
        <dsp:cNvPr id="0" name=""/>
        <dsp:cNvSpPr/>
      </dsp:nvSpPr>
      <dsp:spPr>
        <a:xfrm>
          <a:off x="2008378" y="4611725"/>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854" y="4655142"/>
        <a:ext cx="23029" cy="4605"/>
      </dsp:txXfrm>
    </dsp:sp>
    <dsp:sp modelId="{0E5A5EBB-497C-4947-A25E-6EC815FEE5C3}">
      <dsp:nvSpPr>
        <dsp:cNvPr id="0" name=""/>
        <dsp:cNvSpPr/>
      </dsp:nvSpPr>
      <dsp:spPr>
        <a:xfrm>
          <a:off x="7650" y="4056687"/>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Provide entrepreneurs and innovators with data-driven guidance to mitigate risks.</a:t>
          </a:r>
          <a:endParaRPr lang="en-US" sz="1200" kern="1200"/>
        </a:p>
      </dsp:txBody>
      <dsp:txXfrm>
        <a:off x="7650" y="4056687"/>
        <a:ext cx="2002527" cy="1201516"/>
      </dsp:txXfrm>
    </dsp:sp>
    <dsp:sp modelId="{1F9D7F3D-4592-4B4F-B047-BCD51FF595D2}">
      <dsp:nvSpPr>
        <dsp:cNvPr id="0" name=""/>
        <dsp:cNvSpPr/>
      </dsp:nvSpPr>
      <dsp:spPr>
        <a:xfrm>
          <a:off x="4471486" y="4611725"/>
          <a:ext cx="429981" cy="91440"/>
        </a:xfrm>
        <a:custGeom>
          <a:avLst/>
          <a:gdLst/>
          <a:ahLst/>
          <a:cxnLst/>
          <a:rect l="0" t="0" r="0" b="0"/>
          <a:pathLst>
            <a:path>
              <a:moveTo>
                <a:pt x="0" y="45720"/>
              </a:moveTo>
              <a:lnTo>
                <a:pt x="42998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4963" y="4655142"/>
        <a:ext cx="23029" cy="4605"/>
      </dsp:txXfrm>
    </dsp:sp>
    <dsp:sp modelId="{14006083-F506-4AC8-A9F2-0C5542D75F59}">
      <dsp:nvSpPr>
        <dsp:cNvPr id="0" name=""/>
        <dsp:cNvSpPr/>
      </dsp:nvSpPr>
      <dsp:spPr>
        <a:xfrm>
          <a:off x="2470759" y="4056687"/>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b="1" kern="1200"/>
            <a:t>(f) To Encourage Openness</a:t>
          </a:r>
          <a:endParaRPr lang="en-US" sz="1200" kern="1200"/>
        </a:p>
      </dsp:txBody>
      <dsp:txXfrm>
        <a:off x="2470759" y="4056687"/>
        <a:ext cx="2002527" cy="1201516"/>
      </dsp:txXfrm>
    </dsp:sp>
    <dsp:sp modelId="{E34F4CFA-BF8E-445D-A143-4042FBE37F3B}">
      <dsp:nvSpPr>
        <dsp:cNvPr id="0" name=""/>
        <dsp:cNvSpPr/>
      </dsp:nvSpPr>
      <dsp:spPr>
        <a:xfrm>
          <a:off x="4933868" y="4056687"/>
          <a:ext cx="2002527" cy="12015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26" tIns="103000" rIns="98126" bIns="103000" numCol="1" spcCol="1270" anchor="ctr" anchorCtr="0">
          <a:noAutofit/>
        </a:bodyPr>
        <a:lstStyle/>
        <a:p>
          <a:pPr marL="0" lvl="0" indent="0" algn="ctr" defTabSz="533400">
            <a:lnSpc>
              <a:spcPct val="90000"/>
            </a:lnSpc>
            <a:spcBef>
              <a:spcPct val="0"/>
            </a:spcBef>
            <a:spcAft>
              <a:spcPct val="35000"/>
            </a:spcAft>
            <a:buNone/>
          </a:pPr>
          <a:r>
            <a:rPr lang="en-IN" sz="1200" kern="1200"/>
            <a:t>Reduce the stigma associated with failure by fostering a supportive environment for honest discussion.</a:t>
          </a:r>
          <a:endParaRPr lang="en-US" sz="1200" kern="1200"/>
        </a:p>
      </dsp:txBody>
      <dsp:txXfrm>
        <a:off x="4933868" y="4056687"/>
        <a:ext cx="2002527" cy="12015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56DD0-DC12-4363-8157-8DC319D9E32A}">
      <dsp:nvSpPr>
        <dsp:cNvPr id="0" name=""/>
        <dsp:cNvSpPr/>
      </dsp:nvSpPr>
      <dsp:spPr>
        <a:xfrm>
          <a:off x="26314" y="2590"/>
          <a:ext cx="1609687" cy="96581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kern="1200"/>
            <a:t>Stage 1: Requirement Analysis</a:t>
          </a:r>
          <a:endParaRPr lang="en-US" sz="800" kern="1200"/>
        </a:p>
      </dsp:txBody>
      <dsp:txXfrm>
        <a:off x="26314" y="2590"/>
        <a:ext cx="1609687" cy="965812"/>
      </dsp:txXfrm>
    </dsp:sp>
    <dsp:sp modelId="{DCA86C29-51C4-40E2-AC26-7A4D54D31C29}">
      <dsp:nvSpPr>
        <dsp:cNvPr id="0" name=""/>
        <dsp:cNvSpPr/>
      </dsp:nvSpPr>
      <dsp:spPr>
        <a:xfrm>
          <a:off x="1796971" y="2590"/>
          <a:ext cx="1609687" cy="965812"/>
        </a:xfrm>
        <a:prstGeom prst="rect">
          <a:avLst/>
        </a:prstGeom>
        <a:solidFill>
          <a:schemeClr val="accent2">
            <a:hueOff val="-72768"/>
            <a:satOff val="-4196"/>
            <a:lumOff val="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Requirements were collected through:</a:t>
          </a:r>
          <a:endParaRPr lang="en-US" sz="800" kern="1200"/>
        </a:p>
      </dsp:txBody>
      <dsp:txXfrm>
        <a:off x="1796971" y="2590"/>
        <a:ext cx="1609687" cy="965812"/>
      </dsp:txXfrm>
    </dsp:sp>
    <dsp:sp modelId="{54EBB966-93D8-413B-B9DA-0FB5D7EB8E03}">
      <dsp:nvSpPr>
        <dsp:cNvPr id="0" name=""/>
        <dsp:cNvSpPr/>
      </dsp:nvSpPr>
      <dsp:spPr>
        <a:xfrm>
          <a:off x="3567627" y="2590"/>
          <a:ext cx="1609687" cy="965812"/>
        </a:xfrm>
        <a:prstGeom prst="rect">
          <a:avLst/>
        </a:prstGeom>
        <a:solidFill>
          <a:schemeClr val="accent2">
            <a:hueOff val="-145536"/>
            <a:satOff val="-8393"/>
            <a:lumOff val="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User surveys, </a:t>
          </a:r>
          <a:endParaRPr lang="en-US" sz="800" kern="1200"/>
        </a:p>
      </dsp:txBody>
      <dsp:txXfrm>
        <a:off x="3567627" y="2590"/>
        <a:ext cx="1609687" cy="965812"/>
      </dsp:txXfrm>
    </dsp:sp>
    <dsp:sp modelId="{9381B29E-BFC8-4BE5-83B7-73E7E2D1E991}">
      <dsp:nvSpPr>
        <dsp:cNvPr id="0" name=""/>
        <dsp:cNvSpPr/>
      </dsp:nvSpPr>
      <dsp:spPr>
        <a:xfrm>
          <a:off x="5338284" y="2590"/>
          <a:ext cx="1609687" cy="965812"/>
        </a:xfrm>
        <a:prstGeom prst="rect">
          <a:avLst/>
        </a:prstGeom>
        <a:solidFill>
          <a:schemeClr val="accent2">
            <a:hueOff val="-218304"/>
            <a:satOff val="-12589"/>
            <a:lumOff val="1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Competitor research, </a:t>
          </a:r>
          <a:endParaRPr lang="en-US" sz="800" kern="1200"/>
        </a:p>
      </dsp:txBody>
      <dsp:txXfrm>
        <a:off x="5338284" y="2590"/>
        <a:ext cx="1609687" cy="965812"/>
      </dsp:txXfrm>
    </dsp:sp>
    <dsp:sp modelId="{449D7367-BD45-42F2-ABEF-7E7C28A78DCE}">
      <dsp:nvSpPr>
        <dsp:cNvPr id="0" name=""/>
        <dsp:cNvSpPr/>
      </dsp:nvSpPr>
      <dsp:spPr>
        <a:xfrm>
          <a:off x="7108940" y="2590"/>
          <a:ext cx="1609687" cy="965812"/>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Literature reviews, </a:t>
          </a:r>
          <a:endParaRPr lang="en-US" sz="800" kern="1200"/>
        </a:p>
      </dsp:txBody>
      <dsp:txXfrm>
        <a:off x="7108940" y="2590"/>
        <a:ext cx="1609687" cy="965812"/>
      </dsp:txXfrm>
    </dsp:sp>
    <dsp:sp modelId="{A9EF3D9B-E77B-4FA2-83EF-A6D388C0D8EA}">
      <dsp:nvSpPr>
        <dsp:cNvPr id="0" name=""/>
        <dsp:cNvSpPr/>
      </dsp:nvSpPr>
      <dsp:spPr>
        <a:xfrm>
          <a:off x="8879597" y="2590"/>
          <a:ext cx="1609687" cy="965812"/>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Brainstorming sessions. </a:t>
          </a:r>
          <a:endParaRPr lang="en-US" sz="800" kern="1200"/>
        </a:p>
      </dsp:txBody>
      <dsp:txXfrm>
        <a:off x="8879597" y="2590"/>
        <a:ext cx="1609687" cy="965812"/>
      </dsp:txXfrm>
    </dsp:sp>
    <dsp:sp modelId="{030E2F0F-DCE0-43F0-A17E-7565292DF559}">
      <dsp:nvSpPr>
        <dsp:cNvPr id="0" name=""/>
        <dsp:cNvSpPr/>
      </dsp:nvSpPr>
      <dsp:spPr>
        <a:xfrm>
          <a:off x="26314" y="1129371"/>
          <a:ext cx="1609687" cy="965812"/>
        </a:xfrm>
        <a:prstGeom prst="rect">
          <a:avLst/>
        </a:prstGeom>
        <a:solidFill>
          <a:schemeClr val="accent2">
            <a:hueOff val="-436609"/>
            <a:satOff val="-25178"/>
            <a:lumOff val="2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kern="1200"/>
            <a:t>Stage 2: System Design</a:t>
          </a:r>
          <a:endParaRPr lang="en-US" sz="800" kern="1200"/>
        </a:p>
      </dsp:txBody>
      <dsp:txXfrm>
        <a:off x="26314" y="1129371"/>
        <a:ext cx="1609687" cy="965812"/>
      </dsp:txXfrm>
    </dsp:sp>
    <dsp:sp modelId="{D7D5B918-9495-49EA-B7AD-3271B2786DD1}">
      <dsp:nvSpPr>
        <dsp:cNvPr id="0" name=""/>
        <dsp:cNvSpPr/>
      </dsp:nvSpPr>
      <dsp:spPr>
        <a:xfrm>
          <a:off x="1796971" y="1129371"/>
          <a:ext cx="1609687" cy="965812"/>
        </a:xfrm>
        <a:prstGeom prst="rect">
          <a:avLst/>
        </a:prstGeom>
        <a:solidFill>
          <a:schemeClr val="accent2">
            <a:hueOff val="-509377"/>
            <a:satOff val="-29375"/>
            <a:lumOff val="3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The overall architecture of the platform was designed, including:</a:t>
          </a:r>
          <a:endParaRPr lang="en-US" sz="800" kern="1200"/>
        </a:p>
      </dsp:txBody>
      <dsp:txXfrm>
        <a:off x="1796971" y="1129371"/>
        <a:ext cx="1609687" cy="965812"/>
      </dsp:txXfrm>
    </dsp:sp>
    <dsp:sp modelId="{2CAF52CF-4968-4F69-81F3-3652128633A9}">
      <dsp:nvSpPr>
        <dsp:cNvPr id="0" name=""/>
        <dsp:cNvSpPr/>
      </dsp:nvSpPr>
      <dsp:spPr>
        <a:xfrm>
          <a:off x="3567627" y="1129371"/>
          <a:ext cx="1609687" cy="965812"/>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User Interface Design, </a:t>
          </a:r>
          <a:endParaRPr lang="en-US" sz="800" kern="1200"/>
        </a:p>
      </dsp:txBody>
      <dsp:txXfrm>
        <a:off x="3567627" y="1129371"/>
        <a:ext cx="1609687" cy="965812"/>
      </dsp:txXfrm>
    </dsp:sp>
    <dsp:sp modelId="{5F101E51-47AF-415F-9ADE-51A5C77423F2}">
      <dsp:nvSpPr>
        <dsp:cNvPr id="0" name=""/>
        <dsp:cNvSpPr/>
      </dsp:nvSpPr>
      <dsp:spPr>
        <a:xfrm>
          <a:off x="5338284" y="1129371"/>
          <a:ext cx="1609687" cy="965812"/>
        </a:xfrm>
        <a:prstGeom prst="rect">
          <a:avLst/>
        </a:prstGeom>
        <a:solidFill>
          <a:schemeClr val="accent2">
            <a:hueOff val="-654913"/>
            <a:satOff val="-37768"/>
            <a:lumOff val="3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Database Design, </a:t>
          </a:r>
          <a:endParaRPr lang="en-US" sz="800" kern="1200"/>
        </a:p>
      </dsp:txBody>
      <dsp:txXfrm>
        <a:off x="5338284" y="1129371"/>
        <a:ext cx="1609687" cy="965812"/>
      </dsp:txXfrm>
    </dsp:sp>
    <dsp:sp modelId="{AB65B66F-E15C-4542-A04D-732240980879}">
      <dsp:nvSpPr>
        <dsp:cNvPr id="0" name=""/>
        <dsp:cNvSpPr/>
      </dsp:nvSpPr>
      <dsp:spPr>
        <a:xfrm>
          <a:off x="7108940" y="1129371"/>
          <a:ext cx="1609687" cy="965812"/>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Navigation Structure, </a:t>
          </a:r>
          <a:endParaRPr lang="en-US" sz="800" kern="1200"/>
        </a:p>
      </dsp:txBody>
      <dsp:txXfrm>
        <a:off x="7108940" y="1129371"/>
        <a:ext cx="1609687" cy="965812"/>
      </dsp:txXfrm>
    </dsp:sp>
    <dsp:sp modelId="{50B2DA3E-A4F2-49EE-870F-0AFFC2C75687}">
      <dsp:nvSpPr>
        <dsp:cNvPr id="0" name=""/>
        <dsp:cNvSpPr/>
      </dsp:nvSpPr>
      <dsp:spPr>
        <a:xfrm>
          <a:off x="8879597" y="1129371"/>
          <a:ext cx="1609687" cy="965812"/>
        </a:xfrm>
        <a:prstGeom prst="rect">
          <a:avLst/>
        </a:prstGeom>
        <a:solidFill>
          <a:schemeClr val="accent2">
            <a:hueOff val="-800450"/>
            <a:satOff val="-46160"/>
            <a:lumOff val="4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API Specifications. </a:t>
          </a:r>
          <a:endParaRPr lang="en-US" sz="800" kern="1200"/>
        </a:p>
      </dsp:txBody>
      <dsp:txXfrm>
        <a:off x="8879597" y="1129371"/>
        <a:ext cx="1609687" cy="965812"/>
      </dsp:txXfrm>
    </dsp:sp>
    <dsp:sp modelId="{8D3949CF-EB68-40A2-96E3-5585C8EA9327}">
      <dsp:nvSpPr>
        <dsp:cNvPr id="0" name=""/>
        <dsp:cNvSpPr/>
      </dsp:nvSpPr>
      <dsp:spPr>
        <a:xfrm>
          <a:off x="26314" y="2256153"/>
          <a:ext cx="1609687" cy="965812"/>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kern="1200"/>
            <a:t>Stage 3: Development</a:t>
          </a:r>
          <a:endParaRPr lang="en-US" sz="800" kern="1200"/>
        </a:p>
      </dsp:txBody>
      <dsp:txXfrm>
        <a:off x="26314" y="2256153"/>
        <a:ext cx="1609687" cy="965812"/>
      </dsp:txXfrm>
    </dsp:sp>
    <dsp:sp modelId="{A5E14231-C902-4E5A-9FD8-CE05BAF68387}">
      <dsp:nvSpPr>
        <dsp:cNvPr id="0" name=""/>
        <dsp:cNvSpPr/>
      </dsp:nvSpPr>
      <dsp:spPr>
        <a:xfrm>
          <a:off x="1796971" y="2256153"/>
          <a:ext cx="1609687" cy="965812"/>
        </a:xfrm>
        <a:prstGeom prst="rect">
          <a:avLst/>
        </a:prstGeom>
        <a:solidFill>
          <a:schemeClr val="accent2">
            <a:hueOff val="-945986"/>
            <a:satOff val="-54553"/>
            <a:lumOff val="5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Frontend and backend modules were implemented using modern technologies.</a:t>
          </a:r>
          <a:endParaRPr lang="en-US" sz="800" kern="1200"/>
        </a:p>
      </dsp:txBody>
      <dsp:txXfrm>
        <a:off x="1796971" y="2256153"/>
        <a:ext cx="1609687" cy="965812"/>
      </dsp:txXfrm>
    </dsp:sp>
    <dsp:sp modelId="{2E6121C2-FBEA-444C-A35A-0AC55BDB1F58}">
      <dsp:nvSpPr>
        <dsp:cNvPr id="0" name=""/>
        <dsp:cNvSpPr/>
      </dsp:nvSpPr>
      <dsp:spPr>
        <a:xfrm>
          <a:off x="3567627" y="2256153"/>
          <a:ext cx="1609687" cy="965812"/>
        </a:xfrm>
        <a:prstGeom prst="rect">
          <a:avLst/>
        </a:prstGeom>
        <a:solidFill>
          <a:schemeClr val="accent2">
            <a:hueOff val="-1018754"/>
            <a:satOff val="-58750"/>
            <a:lumOff val="60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Activities included:</a:t>
          </a:r>
          <a:endParaRPr lang="en-US" sz="800" kern="1200"/>
        </a:p>
      </dsp:txBody>
      <dsp:txXfrm>
        <a:off x="3567627" y="2256153"/>
        <a:ext cx="1609687" cy="965812"/>
      </dsp:txXfrm>
    </dsp:sp>
    <dsp:sp modelId="{A0D76DF9-B2CC-4FA5-8B14-B8D3B5316562}">
      <dsp:nvSpPr>
        <dsp:cNvPr id="0" name=""/>
        <dsp:cNvSpPr/>
      </dsp:nvSpPr>
      <dsp:spPr>
        <a:xfrm>
          <a:off x="5338284" y="2256153"/>
          <a:ext cx="1609687" cy="965812"/>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Homepage development, </a:t>
          </a:r>
          <a:endParaRPr lang="en-US" sz="800" kern="1200"/>
        </a:p>
      </dsp:txBody>
      <dsp:txXfrm>
        <a:off x="5338284" y="2256153"/>
        <a:ext cx="1609687" cy="965812"/>
      </dsp:txXfrm>
    </dsp:sp>
    <dsp:sp modelId="{A28F795E-3B4F-4D71-A72F-59659682941C}">
      <dsp:nvSpPr>
        <dsp:cNvPr id="0" name=""/>
        <dsp:cNvSpPr/>
      </dsp:nvSpPr>
      <dsp:spPr>
        <a:xfrm>
          <a:off x="7108940" y="2256153"/>
          <a:ext cx="1609687" cy="965812"/>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Authentication implementation, </a:t>
          </a:r>
          <a:endParaRPr lang="en-US" sz="800" kern="1200"/>
        </a:p>
      </dsp:txBody>
      <dsp:txXfrm>
        <a:off x="7108940" y="2256153"/>
        <a:ext cx="1609687" cy="965812"/>
      </dsp:txXfrm>
    </dsp:sp>
    <dsp:sp modelId="{0EA2BD30-CF78-4BDF-A160-345F37763776}">
      <dsp:nvSpPr>
        <dsp:cNvPr id="0" name=""/>
        <dsp:cNvSpPr/>
      </dsp:nvSpPr>
      <dsp:spPr>
        <a:xfrm>
          <a:off x="8879597" y="2256153"/>
          <a:ext cx="1609687" cy="965812"/>
        </a:xfrm>
        <a:prstGeom prst="rect">
          <a:avLst/>
        </a:prstGeom>
        <a:solidFill>
          <a:schemeClr val="accent2">
            <a:hueOff val="-1237059"/>
            <a:satOff val="-71339"/>
            <a:lumOff val="733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Story archive creation, </a:t>
          </a:r>
          <a:endParaRPr lang="en-US" sz="800" kern="1200"/>
        </a:p>
      </dsp:txBody>
      <dsp:txXfrm>
        <a:off x="8879597" y="2256153"/>
        <a:ext cx="1609687" cy="965812"/>
      </dsp:txXfrm>
    </dsp:sp>
    <dsp:sp modelId="{3C638920-51D9-435F-94D9-E8DDC86EF757}">
      <dsp:nvSpPr>
        <dsp:cNvPr id="0" name=""/>
        <dsp:cNvSpPr/>
      </dsp:nvSpPr>
      <dsp:spPr>
        <a:xfrm>
          <a:off x="2682299" y="3382934"/>
          <a:ext cx="1609687" cy="965812"/>
        </a:xfrm>
        <a:prstGeom prst="rect">
          <a:avLst/>
        </a:prstGeom>
        <a:solidFill>
          <a:schemeClr val="accent2">
            <a:hueOff val="-1309827"/>
            <a:satOff val="-75535"/>
            <a:lumOff val="7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AI module integration, </a:t>
          </a:r>
          <a:endParaRPr lang="en-US" sz="800" kern="1200"/>
        </a:p>
      </dsp:txBody>
      <dsp:txXfrm>
        <a:off x="2682299" y="3382934"/>
        <a:ext cx="1609687" cy="965812"/>
      </dsp:txXfrm>
    </dsp:sp>
    <dsp:sp modelId="{4D351174-B363-4C44-B663-1C850E3D2847}">
      <dsp:nvSpPr>
        <dsp:cNvPr id="0" name=""/>
        <dsp:cNvSpPr/>
      </dsp:nvSpPr>
      <dsp:spPr>
        <a:xfrm>
          <a:off x="4452956" y="3382934"/>
          <a:ext cx="1609687" cy="965812"/>
        </a:xfrm>
        <a:prstGeom prst="rect">
          <a:avLst/>
        </a:prstGeom>
        <a:solidFill>
          <a:schemeClr val="accent2">
            <a:hueOff val="-1382595"/>
            <a:satOff val="-79732"/>
            <a:lumOff val="81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kern="1200"/>
            <a:t>Dashboard development. </a:t>
          </a:r>
          <a:endParaRPr lang="en-US" sz="800" kern="1200"/>
        </a:p>
      </dsp:txBody>
      <dsp:txXfrm>
        <a:off x="4452956" y="3382934"/>
        <a:ext cx="1609687" cy="965812"/>
      </dsp:txXfrm>
    </dsp:sp>
    <dsp:sp modelId="{B24D0841-08E5-4F8F-9947-98E6A05B943B}">
      <dsp:nvSpPr>
        <dsp:cNvPr id="0" name=""/>
        <dsp:cNvSpPr/>
      </dsp:nvSpPr>
      <dsp:spPr>
        <a:xfrm>
          <a:off x="6223612" y="3382934"/>
          <a:ext cx="1609687" cy="965812"/>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kern="1200"/>
            <a:t>Stage 4: Testing</a:t>
          </a:r>
          <a:endParaRPr lang="en-US" sz="800" kern="1200"/>
        </a:p>
        <a:p>
          <a:pPr marL="57150" lvl="1" indent="-57150" algn="l" defTabSz="266700">
            <a:lnSpc>
              <a:spcPct val="90000"/>
            </a:lnSpc>
            <a:spcBef>
              <a:spcPct val="0"/>
            </a:spcBef>
            <a:spcAft>
              <a:spcPct val="15000"/>
            </a:spcAft>
            <a:buChar char="•"/>
          </a:pPr>
          <a:r>
            <a:rPr lang="en-IN" sz="600" kern="1200"/>
            <a:t>Testing involved:</a:t>
          </a:r>
          <a:endParaRPr lang="en-US" sz="600" kern="1200"/>
        </a:p>
        <a:p>
          <a:pPr marL="57150" lvl="1" indent="-57150" algn="l" defTabSz="266700">
            <a:lnSpc>
              <a:spcPct val="90000"/>
            </a:lnSpc>
            <a:spcBef>
              <a:spcPct val="0"/>
            </a:spcBef>
            <a:spcAft>
              <a:spcPct val="15000"/>
            </a:spcAft>
            <a:buChar char="•"/>
          </a:pPr>
          <a:r>
            <a:rPr lang="en-IN" sz="600" kern="1200"/>
            <a:t>Functional Testing, </a:t>
          </a:r>
          <a:endParaRPr lang="en-US" sz="600" kern="1200"/>
        </a:p>
        <a:p>
          <a:pPr marL="57150" lvl="1" indent="-57150" algn="l" defTabSz="266700">
            <a:lnSpc>
              <a:spcPct val="90000"/>
            </a:lnSpc>
            <a:spcBef>
              <a:spcPct val="0"/>
            </a:spcBef>
            <a:spcAft>
              <a:spcPct val="15000"/>
            </a:spcAft>
            <a:buChar char="•"/>
          </a:pPr>
          <a:r>
            <a:rPr lang="en-IN" sz="600" kern="1200"/>
            <a:t>Integration Testing.</a:t>
          </a:r>
          <a:endParaRPr lang="en-US" sz="600" kern="1200"/>
        </a:p>
        <a:p>
          <a:pPr marL="57150" lvl="1" indent="-57150" algn="l" defTabSz="266700">
            <a:lnSpc>
              <a:spcPct val="90000"/>
            </a:lnSpc>
            <a:spcBef>
              <a:spcPct val="0"/>
            </a:spcBef>
            <a:spcAft>
              <a:spcPct val="15000"/>
            </a:spcAft>
            <a:buChar char="•"/>
          </a:pPr>
          <a:r>
            <a:rPr lang="en-IN" sz="600" b="1" kern="1200"/>
            <a:t>Stage 5: Deployment</a:t>
          </a:r>
          <a:endParaRPr lang="en-US" sz="600" kern="1200"/>
        </a:p>
        <a:p>
          <a:pPr marL="57150" lvl="1" indent="-57150" algn="l" defTabSz="266700">
            <a:lnSpc>
              <a:spcPct val="90000"/>
            </a:lnSpc>
            <a:spcBef>
              <a:spcPct val="0"/>
            </a:spcBef>
            <a:spcAft>
              <a:spcPct val="15000"/>
            </a:spcAft>
            <a:buChar char="•"/>
          </a:pPr>
          <a:r>
            <a:rPr lang="en-IN" sz="600" kern="1200"/>
            <a:t>The completed application was deployed using cloud hosting services to ensure accessibility and scalability.</a:t>
          </a:r>
          <a:endParaRPr lang="en-US" sz="600" kern="1200"/>
        </a:p>
      </dsp:txBody>
      <dsp:txXfrm>
        <a:off x="6223612" y="3382934"/>
        <a:ext cx="1609687" cy="9658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BA22D-764F-4BA2-9A4F-F441C27428F1}">
      <dsp:nvSpPr>
        <dsp:cNvPr id="0" name=""/>
        <dsp:cNvSpPr/>
      </dsp:nvSpPr>
      <dsp:spPr>
        <a:xfrm>
          <a:off x="26314" y="2590"/>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The technologies employed during development include:</a:t>
          </a:r>
          <a:endParaRPr lang="en-US" sz="1500" kern="1200"/>
        </a:p>
      </dsp:txBody>
      <dsp:txXfrm>
        <a:off x="26314" y="2590"/>
        <a:ext cx="1609687" cy="965812"/>
      </dsp:txXfrm>
    </dsp:sp>
    <dsp:sp modelId="{2C05EFA7-7049-4A5A-9455-EF140493F3FF}">
      <dsp:nvSpPr>
        <dsp:cNvPr id="0" name=""/>
        <dsp:cNvSpPr/>
      </dsp:nvSpPr>
      <dsp:spPr>
        <a:xfrm>
          <a:off x="1796971" y="2590"/>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a:t>Frontend Technologies</a:t>
          </a:r>
          <a:endParaRPr lang="en-US" sz="1500" kern="1200"/>
        </a:p>
      </dsp:txBody>
      <dsp:txXfrm>
        <a:off x="1796971" y="2590"/>
        <a:ext cx="1609687" cy="965812"/>
      </dsp:txXfrm>
    </dsp:sp>
    <dsp:sp modelId="{344C3BFA-77C0-485C-ACFB-539787446E4A}">
      <dsp:nvSpPr>
        <dsp:cNvPr id="0" name=""/>
        <dsp:cNvSpPr/>
      </dsp:nvSpPr>
      <dsp:spPr>
        <a:xfrm>
          <a:off x="3567627" y="2590"/>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HTML5 </a:t>
          </a:r>
          <a:endParaRPr lang="en-US" sz="1500" kern="1200"/>
        </a:p>
      </dsp:txBody>
      <dsp:txXfrm>
        <a:off x="3567627" y="2590"/>
        <a:ext cx="1609687" cy="965812"/>
      </dsp:txXfrm>
    </dsp:sp>
    <dsp:sp modelId="{95CBB909-AE77-408B-B99B-509DAA5BF525}">
      <dsp:nvSpPr>
        <dsp:cNvPr id="0" name=""/>
        <dsp:cNvSpPr/>
      </dsp:nvSpPr>
      <dsp:spPr>
        <a:xfrm>
          <a:off x="5338284" y="2590"/>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CSS3 </a:t>
          </a:r>
          <a:endParaRPr lang="en-US" sz="1500" kern="1200"/>
        </a:p>
      </dsp:txBody>
      <dsp:txXfrm>
        <a:off x="5338284" y="2590"/>
        <a:ext cx="1609687" cy="965812"/>
      </dsp:txXfrm>
    </dsp:sp>
    <dsp:sp modelId="{6F89E126-DBAB-4FE6-B2EA-56F6C1FF9E56}">
      <dsp:nvSpPr>
        <dsp:cNvPr id="0" name=""/>
        <dsp:cNvSpPr/>
      </dsp:nvSpPr>
      <dsp:spPr>
        <a:xfrm>
          <a:off x="7108940" y="2590"/>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JavaScript </a:t>
          </a:r>
          <a:endParaRPr lang="en-US" sz="1500" kern="1200"/>
        </a:p>
      </dsp:txBody>
      <dsp:txXfrm>
        <a:off x="7108940" y="2590"/>
        <a:ext cx="1609687" cy="965812"/>
      </dsp:txXfrm>
    </dsp:sp>
    <dsp:sp modelId="{7943D876-F175-4CE9-8074-94DBAEDFDA34}">
      <dsp:nvSpPr>
        <dsp:cNvPr id="0" name=""/>
        <dsp:cNvSpPr/>
      </dsp:nvSpPr>
      <dsp:spPr>
        <a:xfrm>
          <a:off x="8879597" y="2590"/>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React.js </a:t>
          </a:r>
          <a:endParaRPr lang="en-US" sz="1500" kern="1200"/>
        </a:p>
      </dsp:txBody>
      <dsp:txXfrm>
        <a:off x="8879597" y="2590"/>
        <a:ext cx="1609687" cy="965812"/>
      </dsp:txXfrm>
    </dsp:sp>
    <dsp:sp modelId="{01D6D84C-3A81-4DE6-ABE9-F45DD4F4C2BF}">
      <dsp:nvSpPr>
        <dsp:cNvPr id="0" name=""/>
        <dsp:cNvSpPr/>
      </dsp:nvSpPr>
      <dsp:spPr>
        <a:xfrm>
          <a:off x="26314" y="1129371"/>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Tailwind CSS </a:t>
          </a:r>
          <a:endParaRPr lang="en-US" sz="1500" kern="1200"/>
        </a:p>
      </dsp:txBody>
      <dsp:txXfrm>
        <a:off x="26314" y="1129371"/>
        <a:ext cx="1609687" cy="965812"/>
      </dsp:txXfrm>
    </dsp:sp>
    <dsp:sp modelId="{A7734AF8-547F-4FF4-A682-527BB45FBD41}">
      <dsp:nvSpPr>
        <dsp:cNvPr id="0" name=""/>
        <dsp:cNvSpPr/>
      </dsp:nvSpPr>
      <dsp:spPr>
        <a:xfrm>
          <a:off x="1796971" y="1129371"/>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a:t>Backend Technologies</a:t>
          </a:r>
          <a:endParaRPr lang="en-US" sz="1500" kern="1200"/>
        </a:p>
      </dsp:txBody>
      <dsp:txXfrm>
        <a:off x="1796971" y="1129371"/>
        <a:ext cx="1609687" cy="965812"/>
      </dsp:txXfrm>
    </dsp:sp>
    <dsp:sp modelId="{531DF2FE-0BCA-4C1B-81BD-43BB22AB7D2D}">
      <dsp:nvSpPr>
        <dsp:cNvPr id="0" name=""/>
        <dsp:cNvSpPr/>
      </dsp:nvSpPr>
      <dsp:spPr>
        <a:xfrm>
          <a:off x="3567627" y="1129371"/>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Node.js </a:t>
          </a:r>
          <a:endParaRPr lang="en-US" sz="1500" kern="1200"/>
        </a:p>
      </dsp:txBody>
      <dsp:txXfrm>
        <a:off x="3567627" y="1129371"/>
        <a:ext cx="1609687" cy="965812"/>
      </dsp:txXfrm>
    </dsp:sp>
    <dsp:sp modelId="{3CB802BB-CDC3-4AF0-B178-DCEBC19DDB1B}">
      <dsp:nvSpPr>
        <dsp:cNvPr id="0" name=""/>
        <dsp:cNvSpPr/>
      </dsp:nvSpPr>
      <dsp:spPr>
        <a:xfrm>
          <a:off x="5338284" y="1129371"/>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Express.js </a:t>
          </a:r>
          <a:endParaRPr lang="en-US" sz="1500" kern="1200"/>
        </a:p>
      </dsp:txBody>
      <dsp:txXfrm>
        <a:off x="5338284" y="1129371"/>
        <a:ext cx="1609687" cy="965812"/>
      </dsp:txXfrm>
    </dsp:sp>
    <dsp:sp modelId="{50D55307-9EE4-46B8-B5C7-A1EC093F0E00}">
      <dsp:nvSpPr>
        <dsp:cNvPr id="0" name=""/>
        <dsp:cNvSpPr/>
      </dsp:nvSpPr>
      <dsp:spPr>
        <a:xfrm>
          <a:off x="7108940" y="1129371"/>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a:t>Database</a:t>
          </a:r>
          <a:endParaRPr lang="en-US" sz="1500" kern="1200"/>
        </a:p>
      </dsp:txBody>
      <dsp:txXfrm>
        <a:off x="7108940" y="1129371"/>
        <a:ext cx="1609687" cy="965812"/>
      </dsp:txXfrm>
    </dsp:sp>
    <dsp:sp modelId="{655FE884-026C-487F-8A99-14DE7AFD8562}">
      <dsp:nvSpPr>
        <dsp:cNvPr id="0" name=""/>
        <dsp:cNvSpPr/>
      </dsp:nvSpPr>
      <dsp:spPr>
        <a:xfrm>
          <a:off x="8879597" y="1129371"/>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MongoDB </a:t>
          </a:r>
          <a:endParaRPr lang="en-US" sz="1500" kern="1200"/>
        </a:p>
      </dsp:txBody>
      <dsp:txXfrm>
        <a:off x="8879597" y="1129371"/>
        <a:ext cx="1609687" cy="965812"/>
      </dsp:txXfrm>
    </dsp:sp>
    <dsp:sp modelId="{3C7FA341-D37C-48DE-812A-31B77C2E6BF4}">
      <dsp:nvSpPr>
        <dsp:cNvPr id="0" name=""/>
        <dsp:cNvSpPr/>
      </dsp:nvSpPr>
      <dsp:spPr>
        <a:xfrm>
          <a:off x="26314" y="2256153"/>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a:t>Artificial Intelligence Components</a:t>
          </a:r>
          <a:endParaRPr lang="en-US" sz="1500" kern="1200"/>
        </a:p>
      </dsp:txBody>
      <dsp:txXfrm>
        <a:off x="26314" y="2256153"/>
        <a:ext cx="1609687" cy="965812"/>
      </dsp:txXfrm>
    </dsp:sp>
    <dsp:sp modelId="{C8E2FC55-4747-42AE-9820-717963A8FD25}">
      <dsp:nvSpPr>
        <dsp:cNvPr id="0" name=""/>
        <dsp:cNvSpPr/>
      </dsp:nvSpPr>
      <dsp:spPr>
        <a:xfrm>
          <a:off x="1796971" y="2256153"/>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Machine Learning APIs </a:t>
          </a:r>
          <a:endParaRPr lang="en-US" sz="1500" kern="1200"/>
        </a:p>
      </dsp:txBody>
      <dsp:txXfrm>
        <a:off x="1796971" y="2256153"/>
        <a:ext cx="1609687" cy="965812"/>
      </dsp:txXfrm>
    </dsp:sp>
    <dsp:sp modelId="{50C951FA-6240-42F5-882D-70DCDBE5352B}">
      <dsp:nvSpPr>
        <dsp:cNvPr id="0" name=""/>
        <dsp:cNvSpPr/>
      </dsp:nvSpPr>
      <dsp:spPr>
        <a:xfrm>
          <a:off x="3567627" y="2256153"/>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Pattern Recognition Algorithms </a:t>
          </a:r>
          <a:endParaRPr lang="en-US" sz="1500" kern="1200"/>
        </a:p>
      </dsp:txBody>
      <dsp:txXfrm>
        <a:off x="3567627" y="2256153"/>
        <a:ext cx="1609687" cy="965812"/>
      </dsp:txXfrm>
    </dsp:sp>
    <dsp:sp modelId="{3DC0E106-1594-45DF-B9C3-0900DCC25825}">
      <dsp:nvSpPr>
        <dsp:cNvPr id="0" name=""/>
        <dsp:cNvSpPr/>
      </dsp:nvSpPr>
      <dsp:spPr>
        <a:xfrm>
          <a:off x="5338284" y="2256153"/>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Natural Language Processing Modules </a:t>
          </a:r>
          <a:endParaRPr lang="en-US" sz="1500" kern="1200"/>
        </a:p>
      </dsp:txBody>
      <dsp:txXfrm>
        <a:off x="5338284" y="2256153"/>
        <a:ext cx="1609687" cy="965812"/>
      </dsp:txXfrm>
    </dsp:sp>
    <dsp:sp modelId="{019086A5-E505-4A57-B0B3-9787D27FDCD5}">
      <dsp:nvSpPr>
        <dsp:cNvPr id="0" name=""/>
        <dsp:cNvSpPr/>
      </dsp:nvSpPr>
      <dsp:spPr>
        <a:xfrm>
          <a:off x="7108940" y="2256153"/>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a:t>Deployment Platforms</a:t>
          </a:r>
          <a:endParaRPr lang="en-US" sz="1500" kern="1200"/>
        </a:p>
      </dsp:txBody>
      <dsp:txXfrm>
        <a:off x="7108940" y="2256153"/>
        <a:ext cx="1609687" cy="965812"/>
      </dsp:txXfrm>
    </dsp:sp>
    <dsp:sp modelId="{A352F843-46DD-411A-A9DA-E6C25C6445AC}">
      <dsp:nvSpPr>
        <dsp:cNvPr id="0" name=""/>
        <dsp:cNvSpPr/>
      </dsp:nvSpPr>
      <dsp:spPr>
        <a:xfrm>
          <a:off x="8879597" y="2256153"/>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Vercel </a:t>
          </a:r>
          <a:endParaRPr lang="en-US" sz="1500" kern="1200"/>
        </a:p>
      </dsp:txBody>
      <dsp:txXfrm>
        <a:off x="8879597" y="2256153"/>
        <a:ext cx="1609687" cy="965812"/>
      </dsp:txXfrm>
    </dsp:sp>
    <dsp:sp modelId="{39714308-8041-4742-A2BC-ACEEC4AD71AC}">
      <dsp:nvSpPr>
        <dsp:cNvPr id="0" name=""/>
        <dsp:cNvSpPr/>
      </dsp:nvSpPr>
      <dsp:spPr>
        <a:xfrm>
          <a:off x="1796971" y="3382934"/>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GitHub </a:t>
          </a:r>
          <a:endParaRPr lang="en-US" sz="1500" kern="1200"/>
        </a:p>
      </dsp:txBody>
      <dsp:txXfrm>
        <a:off x="1796971" y="3382934"/>
        <a:ext cx="1609687" cy="965812"/>
      </dsp:txXfrm>
    </dsp:sp>
    <dsp:sp modelId="{A8180D7F-7C37-45EC-9ACD-A762DA65A797}">
      <dsp:nvSpPr>
        <dsp:cNvPr id="0" name=""/>
        <dsp:cNvSpPr/>
      </dsp:nvSpPr>
      <dsp:spPr>
        <a:xfrm>
          <a:off x="3567627" y="3382934"/>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a:t>Version Control</a:t>
          </a:r>
          <a:endParaRPr lang="en-US" sz="1500" kern="1200"/>
        </a:p>
      </dsp:txBody>
      <dsp:txXfrm>
        <a:off x="3567627" y="3382934"/>
        <a:ext cx="1609687" cy="965812"/>
      </dsp:txXfrm>
    </dsp:sp>
    <dsp:sp modelId="{4EE416EC-ECA0-4EA6-BF5A-DF9DED128536}">
      <dsp:nvSpPr>
        <dsp:cNvPr id="0" name=""/>
        <dsp:cNvSpPr/>
      </dsp:nvSpPr>
      <dsp:spPr>
        <a:xfrm>
          <a:off x="5338284" y="3382934"/>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Git </a:t>
          </a:r>
          <a:endParaRPr lang="en-US" sz="1500" kern="1200"/>
        </a:p>
      </dsp:txBody>
      <dsp:txXfrm>
        <a:off x="5338284" y="3382934"/>
        <a:ext cx="1609687" cy="965812"/>
      </dsp:txXfrm>
    </dsp:sp>
    <dsp:sp modelId="{AA670906-7CF1-46A0-AF83-95919F0A0C32}">
      <dsp:nvSpPr>
        <dsp:cNvPr id="0" name=""/>
        <dsp:cNvSpPr/>
      </dsp:nvSpPr>
      <dsp:spPr>
        <a:xfrm>
          <a:off x="7108940" y="3382934"/>
          <a:ext cx="1609687" cy="965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GitHub </a:t>
          </a:r>
          <a:endParaRPr lang="en-US" sz="1500" kern="1200"/>
        </a:p>
      </dsp:txBody>
      <dsp:txXfrm>
        <a:off x="7108940" y="3382934"/>
        <a:ext cx="1609687" cy="9658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511567-489E-433E-95FD-E8619076F6D1}">
      <dsp:nvSpPr>
        <dsp:cNvPr id="0" name=""/>
        <dsp:cNvSpPr/>
      </dsp:nvSpPr>
      <dsp:spPr>
        <a:xfrm>
          <a:off x="394591" y="23"/>
          <a:ext cx="1279791" cy="76787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The major modules of Failure Archive include:</a:t>
          </a:r>
          <a:endParaRPr lang="en-US" sz="900" kern="1200"/>
        </a:p>
      </dsp:txBody>
      <dsp:txXfrm>
        <a:off x="394591" y="23"/>
        <a:ext cx="1279791" cy="767874"/>
      </dsp:txXfrm>
    </dsp:sp>
    <dsp:sp modelId="{B7BF4799-D078-48D6-8B04-672C1C27A355}">
      <dsp:nvSpPr>
        <dsp:cNvPr id="0" name=""/>
        <dsp:cNvSpPr/>
      </dsp:nvSpPr>
      <dsp:spPr>
        <a:xfrm>
          <a:off x="1802362" y="23"/>
          <a:ext cx="1279791" cy="767874"/>
        </a:xfrm>
        <a:prstGeom prst="rect">
          <a:avLst/>
        </a:prstGeom>
        <a:solidFill>
          <a:schemeClr val="accent2">
            <a:hueOff val="-51977"/>
            <a:satOff val="-2997"/>
            <a:lumOff val="3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1. Homepage</a:t>
          </a:r>
          <a:endParaRPr lang="en-US" sz="900" kern="1200"/>
        </a:p>
      </dsp:txBody>
      <dsp:txXfrm>
        <a:off x="1802362" y="23"/>
        <a:ext cx="1279791" cy="767874"/>
      </dsp:txXfrm>
    </dsp:sp>
    <dsp:sp modelId="{1D027F60-3AF3-407C-B6AF-FBE346F9C37F}">
      <dsp:nvSpPr>
        <dsp:cNvPr id="0" name=""/>
        <dsp:cNvSpPr/>
      </dsp:nvSpPr>
      <dsp:spPr>
        <a:xfrm>
          <a:off x="3210133" y="23"/>
          <a:ext cx="1279791" cy="767874"/>
        </a:xfrm>
        <a:prstGeom prst="rect">
          <a:avLst/>
        </a:prstGeom>
        <a:solidFill>
          <a:schemeClr val="accent2">
            <a:hueOff val="-103955"/>
            <a:satOff val="-5995"/>
            <a:lumOff val="6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The homepage introduces users to the mission of the platform and highlights its strategic value.</a:t>
          </a:r>
          <a:endParaRPr lang="en-US" sz="900" kern="1200"/>
        </a:p>
      </dsp:txBody>
      <dsp:txXfrm>
        <a:off x="3210133" y="23"/>
        <a:ext cx="1279791" cy="767874"/>
      </dsp:txXfrm>
    </dsp:sp>
    <dsp:sp modelId="{07878FE6-C743-4757-8DE5-12BB4C08B1D8}">
      <dsp:nvSpPr>
        <dsp:cNvPr id="0" name=""/>
        <dsp:cNvSpPr/>
      </dsp:nvSpPr>
      <dsp:spPr>
        <a:xfrm>
          <a:off x="4617904" y="23"/>
          <a:ext cx="1279791" cy="767874"/>
        </a:xfrm>
        <a:prstGeom prst="rect">
          <a:avLst/>
        </a:prstGeom>
        <a:solidFill>
          <a:schemeClr val="accent2">
            <a:hueOff val="-155932"/>
            <a:satOff val="-8992"/>
            <a:lumOff val="9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Features incline</a:t>
          </a:r>
          <a:endParaRPr lang="en-US" sz="900" kern="1200"/>
        </a:p>
      </dsp:txBody>
      <dsp:txXfrm>
        <a:off x="4617904" y="23"/>
        <a:ext cx="1279791" cy="767874"/>
      </dsp:txXfrm>
    </dsp:sp>
    <dsp:sp modelId="{DCF22986-ACB4-42C7-BF09-465C0EC0B46B}">
      <dsp:nvSpPr>
        <dsp:cNvPr id="0" name=""/>
        <dsp:cNvSpPr/>
      </dsp:nvSpPr>
      <dsp:spPr>
        <a:xfrm>
          <a:off x="6025674" y="23"/>
          <a:ext cx="1279791" cy="767874"/>
        </a:xfrm>
        <a:prstGeom prst="rect">
          <a:avLst/>
        </a:prstGeom>
        <a:solidFill>
          <a:schemeClr val="accent2">
            <a:hueOff val="-207909"/>
            <a:satOff val="-11990"/>
            <a:lumOff val="12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Navigation Menu. </a:t>
          </a:r>
          <a:endParaRPr lang="en-US" sz="900" kern="1200"/>
        </a:p>
      </dsp:txBody>
      <dsp:txXfrm>
        <a:off x="6025674" y="23"/>
        <a:ext cx="1279791" cy="767874"/>
      </dsp:txXfrm>
    </dsp:sp>
    <dsp:sp modelId="{F5FACCF3-2627-4450-954E-0147F3904F83}">
      <dsp:nvSpPr>
        <dsp:cNvPr id="0" name=""/>
        <dsp:cNvSpPr/>
      </dsp:nvSpPr>
      <dsp:spPr>
        <a:xfrm>
          <a:off x="7433445" y="23"/>
          <a:ext cx="1279791" cy="767874"/>
        </a:xfrm>
        <a:prstGeom prst="rect">
          <a:avLst/>
        </a:prstGeom>
        <a:solidFill>
          <a:schemeClr val="accent2">
            <a:hueOff val="-259886"/>
            <a:satOff val="-14987"/>
            <a:lumOff val="15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2. Deep Repository</a:t>
          </a:r>
          <a:endParaRPr lang="en-US" sz="900" kern="1200"/>
        </a:p>
      </dsp:txBody>
      <dsp:txXfrm>
        <a:off x="7433445" y="23"/>
        <a:ext cx="1279791" cy="767874"/>
      </dsp:txXfrm>
    </dsp:sp>
    <dsp:sp modelId="{37760DA6-B084-46ED-A27A-9EE5DC28AF07}">
      <dsp:nvSpPr>
        <dsp:cNvPr id="0" name=""/>
        <dsp:cNvSpPr/>
      </dsp:nvSpPr>
      <dsp:spPr>
        <a:xfrm>
          <a:off x="8841216" y="23"/>
          <a:ext cx="1279791" cy="767874"/>
        </a:xfrm>
        <a:prstGeom prst="rect">
          <a:avLst/>
        </a:prstGeom>
        <a:solidFill>
          <a:schemeClr val="accent2">
            <a:hueOff val="-311864"/>
            <a:satOff val="-17985"/>
            <a:lumOff val="18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A centralized collection of documented failures covering multiple industries.</a:t>
          </a:r>
          <a:endParaRPr lang="en-US" sz="900" kern="1200"/>
        </a:p>
      </dsp:txBody>
      <dsp:txXfrm>
        <a:off x="8841216" y="23"/>
        <a:ext cx="1279791" cy="767874"/>
      </dsp:txXfrm>
    </dsp:sp>
    <dsp:sp modelId="{72DED07F-A459-4881-A243-8F788BE70015}">
      <dsp:nvSpPr>
        <dsp:cNvPr id="0" name=""/>
        <dsp:cNvSpPr/>
      </dsp:nvSpPr>
      <dsp:spPr>
        <a:xfrm>
          <a:off x="394591" y="895877"/>
          <a:ext cx="1279791" cy="767874"/>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Capabilities include:</a:t>
          </a:r>
          <a:endParaRPr lang="en-US" sz="900" kern="1200"/>
        </a:p>
      </dsp:txBody>
      <dsp:txXfrm>
        <a:off x="394591" y="895877"/>
        <a:ext cx="1279791" cy="767874"/>
      </dsp:txXfrm>
    </dsp:sp>
    <dsp:sp modelId="{8AFE0CA3-7B4D-4D4B-A83B-EF876B5D22E1}">
      <dsp:nvSpPr>
        <dsp:cNvPr id="0" name=""/>
        <dsp:cNvSpPr/>
      </dsp:nvSpPr>
      <dsp:spPr>
        <a:xfrm>
          <a:off x="1802362" y="895877"/>
          <a:ext cx="1279791" cy="767874"/>
        </a:xfrm>
        <a:prstGeom prst="rect">
          <a:avLst/>
        </a:prstGeom>
        <a:solidFill>
          <a:schemeClr val="accent2">
            <a:hueOff val="-415818"/>
            <a:satOff val="-23979"/>
            <a:lumOff val="24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Categorized archives, </a:t>
          </a:r>
          <a:endParaRPr lang="en-US" sz="900" kern="1200"/>
        </a:p>
      </dsp:txBody>
      <dsp:txXfrm>
        <a:off x="1802362" y="895877"/>
        <a:ext cx="1279791" cy="767874"/>
      </dsp:txXfrm>
    </dsp:sp>
    <dsp:sp modelId="{A53AF639-B903-46CE-95D5-3AEB1F5DD685}">
      <dsp:nvSpPr>
        <dsp:cNvPr id="0" name=""/>
        <dsp:cNvSpPr/>
      </dsp:nvSpPr>
      <dsp:spPr>
        <a:xfrm>
          <a:off x="3210133" y="895877"/>
          <a:ext cx="1279791" cy="767874"/>
        </a:xfrm>
        <a:prstGeom prst="rect">
          <a:avLst/>
        </a:prstGeom>
        <a:solidFill>
          <a:schemeClr val="accent2">
            <a:hueOff val="-467795"/>
            <a:satOff val="-26977"/>
            <a:lumOff val="27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Detailed case studies</a:t>
          </a:r>
          <a:endParaRPr lang="en-US" sz="900" kern="1200"/>
        </a:p>
      </dsp:txBody>
      <dsp:txXfrm>
        <a:off x="3210133" y="895877"/>
        <a:ext cx="1279791" cy="767874"/>
      </dsp:txXfrm>
    </dsp:sp>
    <dsp:sp modelId="{FB5E85AF-E952-4BB8-8EAB-CCFBDB38869C}">
      <dsp:nvSpPr>
        <dsp:cNvPr id="0" name=""/>
        <dsp:cNvSpPr/>
      </dsp:nvSpPr>
      <dsp:spPr>
        <a:xfrm>
          <a:off x="4617904" y="895877"/>
          <a:ext cx="1279791" cy="767874"/>
        </a:xfrm>
        <a:prstGeom prst="rect">
          <a:avLst/>
        </a:prstGeom>
        <a:solidFill>
          <a:schemeClr val="accent2">
            <a:hueOff val="-519773"/>
            <a:satOff val="-29974"/>
            <a:lumOff val="30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3. Neural Analysis</a:t>
          </a:r>
          <a:endParaRPr lang="en-US" sz="900" kern="1200"/>
        </a:p>
      </dsp:txBody>
      <dsp:txXfrm>
        <a:off x="4617904" y="895877"/>
        <a:ext cx="1279791" cy="767874"/>
      </dsp:txXfrm>
    </dsp:sp>
    <dsp:sp modelId="{5026992E-E52A-4822-95F0-6FFF60C99322}">
      <dsp:nvSpPr>
        <dsp:cNvPr id="0" name=""/>
        <dsp:cNvSpPr/>
      </dsp:nvSpPr>
      <dsp:spPr>
        <a:xfrm>
          <a:off x="6025674" y="895877"/>
          <a:ext cx="1279791" cy="767874"/>
        </a:xfrm>
        <a:prstGeom prst="rect">
          <a:avLst/>
        </a:prstGeom>
        <a:solidFill>
          <a:schemeClr val="accent2">
            <a:hueOff val="-571750"/>
            <a:satOff val="-32972"/>
            <a:lumOff val="33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AI-driven models process archived information to identify hidden patterns.</a:t>
          </a:r>
          <a:endParaRPr lang="en-US" sz="900" kern="1200"/>
        </a:p>
      </dsp:txBody>
      <dsp:txXfrm>
        <a:off x="6025674" y="895877"/>
        <a:ext cx="1279791" cy="767874"/>
      </dsp:txXfrm>
    </dsp:sp>
    <dsp:sp modelId="{BE50DAF1-42A8-4B52-A4B4-4B39B6B18D1E}">
      <dsp:nvSpPr>
        <dsp:cNvPr id="0" name=""/>
        <dsp:cNvSpPr/>
      </dsp:nvSpPr>
      <dsp:spPr>
        <a:xfrm>
          <a:off x="7433445" y="895877"/>
          <a:ext cx="1279791" cy="767874"/>
        </a:xfrm>
        <a:prstGeom prst="rect">
          <a:avLst/>
        </a:prstGeom>
        <a:solidFill>
          <a:schemeClr val="accent2">
            <a:hueOff val="-623727"/>
            <a:satOff val="-35969"/>
            <a:lumOff val="36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Functions include:</a:t>
          </a:r>
          <a:endParaRPr lang="en-US" sz="900" kern="1200"/>
        </a:p>
      </dsp:txBody>
      <dsp:txXfrm>
        <a:off x="7433445" y="895877"/>
        <a:ext cx="1279791" cy="767874"/>
      </dsp:txXfrm>
    </dsp:sp>
    <dsp:sp modelId="{6041F69D-061E-4618-9D4E-3A32AE43EF1A}">
      <dsp:nvSpPr>
        <dsp:cNvPr id="0" name=""/>
        <dsp:cNvSpPr/>
      </dsp:nvSpPr>
      <dsp:spPr>
        <a:xfrm>
          <a:off x="8841216" y="895877"/>
          <a:ext cx="1279791" cy="767874"/>
        </a:xfrm>
        <a:prstGeom prst="rect">
          <a:avLst/>
        </a:prstGeom>
        <a:solidFill>
          <a:schemeClr val="accent2">
            <a:hueOff val="-675704"/>
            <a:satOff val="-38967"/>
            <a:lumOff val="40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Failure trend analysis, </a:t>
          </a:r>
          <a:endParaRPr lang="en-US" sz="900" kern="1200"/>
        </a:p>
      </dsp:txBody>
      <dsp:txXfrm>
        <a:off x="8841216" y="895877"/>
        <a:ext cx="1279791" cy="767874"/>
      </dsp:txXfrm>
    </dsp:sp>
    <dsp:sp modelId="{F2ED7018-4E1D-45A4-B295-7A6EAA1B2B63}">
      <dsp:nvSpPr>
        <dsp:cNvPr id="0" name=""/>
        <dsp:cNvSpPr/>
      </dsp:nvSpPr>
      <dsp:spPr>
        <a:xfrm>
          <a:off x="394591" y="1791731"/>
          <a:ext cx="1279791" cy="767874"/>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Root cause identification, </a:t>
          </a:r>
          <a:endParaRPr lang="en-US" sz="900" kern="1200"/>
        </a:p>
      </dsp:txBody>
      <dsp:txXfrm>
        <a:off x="394591" y="1791731"/>
        <a:ext cx="1279791" cy="767874"/>
      </dsp:txXfrm>
    </dsp:sp>
    <dsp:sp modelId="{7CA39733-6B42-4E57-91FE-403DCB58ABE7}">
      <dsp:nvSpPr>
        <dsp:cNvPr id="0" name=""/>
        <dsp:cNvSpPr/>
      </dsp:nvSpPr>
      <dsp:spPr>
        <a:xfrm>
          <a:off x="1802362" y="1791731"/>
          <a:ext cx="1279791" cy="767874"/>
        </a:xfrm>
        <a:prstGeom prst="rect">
          <a:avLst/>
        </a:prstGeom>
        <a:solidFill>
          <a:schemeClr val="accent2">
            <a:hueOff val="-779659"/>
            <a:satOff val="-44961"/>
            <a:lumOff val="46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4. Risk Mitigation</a:t>
          </a:r>
          <a:endParaRPr lang="en-US" sz="900" kern="1200"/>
        </a:p>
      </dsp:txBody>
      <dsp:txXfrm>
        <a:off x="1802362" y="1791731"/>
        <a:ext cx="1279791" cy="767874"/>
      </dsp:txXfrm>
    </dsp:sp>
    <dsp:sp modelId="{28AFF7BA-01F2-434C-A55D-AD1B22C6008D}">
      <dsp:nvSpPr>
        <dsp:cNvPr id="0" name=""/>
        <dsp:cNvSpPr/>
      </dsp:nvSpPr>
      <dsp:spPr>
        <a:xfrm>
          <a:off x="3210133" y="1791731"/>
          <a:ext cx="1279791" cy="767874"/>
        </a:xfrm>
        <a:prstGeom prst="rect">
          <a:avLst/>
        </a:prstGeom>
        <a:solidFill>
          <a:schemeClr val="accent2">
            <a:hueOff val="-831636"/>
            <a:satOff val="-47959"/>
            <a:lumOff val="49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The system translates historical failures into practical guidance.</a:t>
          </a:r>
          <a:endParaRPr lang="en-US" sz="900" kern="1200"/>
        </a:p>
      </dsp:txBody>
      <dsp:txXfrm>
        <a:off x="3210133" y="1791731"/>
        <a:ext cx="1279791" cy="767874"/>
      </dsp:txXfrm>
    </dsp:sp>
    <dsp:sp modelId="{A3F541D6-BC37-4ADF-BF76-7731999CED70}">
      <dsp:nvSpPr>
        <dsp:cNvPr id="0" name=""/>
        <dsp:cNvSpPr/>
      </dsp:nvSpPr>
      <dsp:spPr>
        <a:xfrm>
          <a:off x="4617904" y="1791731"/>
          <a:ext cx="1279791" cy="767874"/>
        </a:xfrm>
        <a:prstGeom prst="rect">
          <a:avLst/>
        </a:prstGeom>
        <a:solidFill>
          <a:schemeClr val="accent2">
            <a:hueOff val="-883613"/>
            <a:satOff val="-50956"/>
            <a:lumOff val="52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Benefits include:</a:t>
          </a:r>
          <a:endParaRPr lang="en-US" sz="900" kern="1200"/>
        </a:p>
      </dsp:txBody>
      <dsp:txXfrm>
        <a:off x="4617904" y="1791731"/>
        <a:ext cx="1279791" cy="767874"/>
      </dsp:txXfrm>
    </dsp:sp>
    <dsp:sp modelId="{6C64C3F5-3F53-4B71-BD03-65F5C81954D4}">
      <dsp:nvSpPr>
        <dsp:cNvPr id="0" name=""/>
        <dsp:cNvSpPr/>
      </dsp:nvSpPr>
      <dsp:spPr>
        <a:xfrm>
          <a:off x="6025674" y="1791731"/>
          <a:ext cx="1279791" cy="767874"/>
        </a:xfrm>
        <a:prstGeom prst="rect">
          <a:avLst/>
        </a:prstGeom>
        <a:solidFill>
          <a:schemeClr val="accent2">
            <a:hueOff val="-935590"/>
            <a:satOff val="-53954"/>
            <a:lumOff val="554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Early warning indicators, </a:t>
          </a:r>
          <a:endParaRPr lang="en-US" sz="900" kern="1200"/>
        </a:p>
      </dsp:txBody>
      <dsp:txXfrm>
        <a:off x="6025674" y="1791731"/>
        <a:ext cx="1279791" cy="767874"/>
      </dsp:txXfrm>
    </dsp:sp>
    <dsp:sp modelId="{7A58F45A-C652-4864-BD23-F09E9440E8A1}">
      <dsp:nvSpPr>
        <dsp:cNvPr id="0" name=""/>
        <dsp:cNvSpPr/>
      </dsp:nvSpPr>
      <dsp:spPr>
        <a:xfrm>
          <a:off x="7433445" y="1791731"/>
          <a:ext cx="1279791" cy="767874"/>
        </a:xfrm>
        <a:prstGeom prst="rect">
          <a:avLst/>
        </a:prstGeom>
        <a:solidFill>
          <a:schemeClr val="accent2">
            <a:hueOff val="-987568"/>
            <a:satOff val="-56951"/>
            <a:lumOff val="58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Strategic recommendations, </a:t>
          </a:r>
          <a:endParaRPr lang="en-US" sz="900" kern="1200"/>
        </a:p>
      </dsp:txBody>
      <dsp:txXfrm>
        <a:off x="7433445" y="1791731"/>
        <a:ext cx="1279791" cy="767874"/>
      </dsp:txXfrm>
    </dsp:sp>
    <dsp:sp modelId="{6E05C438-7FF5-4301-A034-B4704E9E1E4E}">
      <dsp:nvSpPr>
        <dsp:cNvPr id="0" name=""/>
        <dsp:cNvSpPr/>
      </dsp:nvSpPr>
      <dsp:spPr>
        <a:xfrm>
          <a:off x="8841216" y="1791731"/>
          <a:ext cx="1279791" cy="767874"/>
        </a:xfrm>
        <a:prstGeom prst="rect">
          <a:avLst/>
        </a:prstGeom>
        <a:solidFill>
          <a:schemeClr val="accent2">
            <a:hueOff val="-1039545"/>
            <a:satOff val="-59949"/>
            <a:lumOff val="61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5. Dashboard</a:t>
          </a:r>
          <a:endParaRPr lang="en-US" sz="900" kern="1200"/>
        </a:p>
      </dsp:txBody>
      <dsp:txXfrm>
        <a:off x="8841216" y="1791731"/>
        <a:ext cx="1279791" cy="767874"/>
      </dsp:txXfrm>
    </dsp:sp>
    <dsp:sp modelId="{C7E9938D-16CC-4F02-B186-C5F6BFC5D32B}">
      <dsp:nvSpPr>
        <dsp:cNvPr id="0" name=""/>
        <dsp:cNvSpPr/>
      </dsp:nvSpPr>
      <dsp:spPr>
        <a:xfrm>
          <a:off x="394591" y="2687585"/>
          <a:ext cx="1279791" cy="767874"/>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Users can access:</a:t>
          </a:r>
          <a:endParaRPr lang="en-US" sz="900" kern="1200"/>
        </a:p>
      </dsp:txBody>
      <dsp:txXfrm>
        <a:off x="394591" y="2687585"/>
        <a:ext cx="1279791" cy="767874"/>
      </dsp:txXfrm>
    </dsp:sp>
    <dsp:sp modelId="{055ABC94-0898-4F8A-8562-8B6C3A16692B}">
      <dsp:nvSpPr>
        <dsp:cNvPr id="0" name=""/>
        <dsp:cNvSpPr/>
      </dsp:nvSpPr>
      <dsp:spPr>
        <a:xfrm>
          <a:off x="1802362" y="2687585"/>
          <a:ext cx="1279791" cy="767874"/>
        </a:xfrm>
        <a:prstGeom prst="rect">
          <a:avLst/>
        </a:prstGeom>
        <a:solidFill>
          <a:schemeClr val="accent2">
            <a:hueOff val="-1143499"/>
            <a:satOff val="-65943"/>
            <a:lumOff val="67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Saved stories, </a:t>
          </a:r>
          <a:endParaRPr lang="en-US" sz="900" kern="1200"/>
        </a:p>
      </dsp:txBody>
      <dsp:txXfrm>
        <a:off x="1802362" y="2687585"/>
        <a:ext cx="1279791" cy="767874"/>
      </dsp:txXfrm>
    </dsp:sp>
    <dsp:sp modelId="{512D2D5D-25A6-4C33-BF94-B4FA55C930F9}">
      <dsp:nvSpPr>
        <dsp:cNvPr id="0" name=""/>
        <dsp:cNvSpPr/>
      </dsp:nvSpPr>
      <dsp:spPr>
        <a:xfrm>
          <a:off x="3210133" y="2687585"/>
          <a:ext cx="1279791" cy="767874"/>
        </a:xfrm>
        <a:prstGeom prst="rect">
          <a:avLst/>
        </a:prstGeom>
        <a:solidFill>
          <a:schemeClr val="accent2">
            <a:hueOff val="-1195477"/>
            <a:satOff val="-68941"/>
            <a:lumOff val="70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Recent analyses, </a:t>
          </a:r>
          <a:endParaRPr lang="en-US" sz="900" kern="1200"/>
        </a:p>
      </dsp:txBody>
      <dsp:txXfrm>
        <a:off x="3210133" y="2687585"/>
        <a:ext cx="1279791" cy="767874"/>
      </dsp:txXfrm>
    </dsp:sp>
    <dsp:sp modelId="{499D079D-3F0A-4492-9F9B-B5454915E1ED}">
      <dsp:nvSpPr>
        <dsp:cNvPr id="0" name=""/>
        <dsp:cNvSpPr/>
      </dsp:nvSpPr>
      <dsp:spPr>
        <a:xfrm>
          <a:off x="4617904" y="2687585"/>
          <a:ext cx="1279791" cy="767874"/>
        </a:xfrm>
        <a:prstGeom prst="rect">
          <a:avLst/>
        </a:prstGeom>
        <a:solidFill>
          <a:schemeClr val="accent2">
            <a:hueOff val="-1247454"/>
            <a:satOff val="-71938"/>
            <a:lumOff val="73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Personalized recommendations, </a:t>
          </a:r>
          <a:endParaRPr lang="en-US" sz="900" kern="1200"/>
        </a:p>
      </dsp:txBody>
      <dsp:txXfrm>
        <a:off x="4617904" y="2687585"/>
        <a:ext cx="1279791" cy="767874"/>
      </dsp:txXfrm>
    </dsp:sp>
    <dsp:sp modelId="{DA8118D2-66C0-4DB5-8D87-A89950D0C1CB}">
      <dsp:nvSpPr>
        <dsp:cNvPr id="0" name=""/>
        <dsp:cNvSpPr/>
      </dsp:nvSpPr>
      <dsp:spPr>
        <a:xfrm>
          <a:off x="6025674" y="2687585"/>
          <a:ext cx="1279791" cy="767874"/>
        </a:xfrm>
        <a:prstGeom prst="rect">
          <a:avLst/>
        </a:prstGeom>
        <a:solidFill>
          <a:schemeClr val="accent2">
            <a:hueOff val="-1299431"/>
            <a:satOff val="-74936"/>
            <a:lumOff val="77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Usage statistics. </a:t>
          </a:r>
          <a:endParaRPr lang="en-US" sz="900" kern="1200"/>
        </a:p>
      </dsp:txBody>
      <dsp:txXfrm>
        <a:off x="6025674" y="2687585"/>
        <a:ext cx="1279791" cy="767874"/>
      </dsp:txXfrm>
    </dsp:sp>
    <dsp:sp modelId="{131EBCA7-6451-441E-A280-B062FF96BFAC}">
      <dsp:nvSpPr>
        <dsp:cNvPr id="0" name=""/>
        <dsp:cNvSpPr/>
      </dsp:nvSpPr>
      <dsp:spPr>
        <a:xfrm>
          <a:off x="7433445" y="2687585"/>
          <a:ext cx="1279791" cy="767874"/>
        </a:xfrm>
        <a:prstGeom prst="rect">
          <a:avLst/>
        </a:prstGeom>
        <a:solidFill>
          <a:schemeClr val="accent2">
            <a:hueOff val="-1351408"/>
            <a:satOff val="-77933"/>
            <a:lumOff val="80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6. Submission Module</a:t>
          </a:r>
          <a:endParaRPr lang="en-US" sz="900" kern="1200"/>
        </a:p>
      </dsp:txBody>
      <dsp:txXfrm>
        <a:off x="7433445" y="2687585"/>
        <a:ext cx="1279791" cy="767874"/>
      </dsp:txXfrm>
    </dsp:sp>
    <dsp:sp modelId="{BE178C4B-BF51-4B21-B35F-C88A389D05BD}">
      <dsp:nvSpPr>
        <dsp:cNvPr id="0" name=""/>
        <dsp:cNvSpPr/>
      </dsp:nvSpPr>
      <dsp:spPr>
        <a:xfrm>
          <a:off x="8841216" y="2687585"/>
          <a:ext cx="1279791" cy="767874"/>
        </a:xfrm>
        <a:prstGeom prst="rect">
          <a:avLst/>
        </a:prstGeom>
        <a:solidFill>
          <a:schemeClr val="accent2">
            <a:hueOff val="-1403386"/>
            <a:satOff val="-80931"/>
            <a:lumOff val="83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Allows users to contribute experiences.</a:t>
          </a:r>
          <a:endParaRPr lang="en-US" sz="900" kern="1200"/>
        </a:p>
      </dsp:txBody>
      <dsp:txXfrm>
        <a:off x="8841216" y="2687585"/>
        <a:ext cx="1279791" cy="767874"/>
      </dsp:txXfrm>
    </dsp:sp>
    <dsp:sp modelId="{A814795C-4ACD-4CE9-8CE1-0F064D499DCA}">
      <dsp:nvSpPr>
        <dsp:cNvPr id="0" name=""/>
        <dsp:cNvSpPr/>
      </dsp:nvSpPr>
      <dsp:spPr>
        <a:xfrm>
          <a:off x="4617904" y="3583439"/>
          <a:ext cx="1279791" cy="767874"/>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Submission fields include:</a:t>
          </a:r>
          <a:endParaRPr lang="en-US" sz="900" kern="1200"/>
        </a:p>
      </dsp:txBody>
      <dsp:txXfrm>
        <a:off x="4617904" y="3583439"/>
        <a:ext cx="1279791" cy="76787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9494-56B1-6E00-E44C-6C3450A472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F3FE05-8781-D8AE-0897-68603130B5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F695EE-65C4-5967-D913-BFE1698C8F58}"/>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5" name="Footer Placeholder 4">
            <a:extLst>
              <a:ext uri="{FF2B5EF4-FFF2-40B4-BE49-F238E27FC236}">
                <a16:creationId xmlns:a16="http://schemas.microsoft.com/office/drawing/2014/main" id="{819B8CA2-1DB5-AE76-5B92-AC1B144118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446DA5-C567-C813-E550-4A44FBDC7DAC}"/>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391689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DF02-34D1-5B80-AE1F-5E94D3A41E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618362-E2EE-2CBF-F347-3FE1AB4DE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02FAA2-4085-155F-2DD2-84B102134E7A}"/>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5" name="Footer Placeholder 4">
            <a:extLst>
              <a:ext uri="{FF2B5EF4-FFF2-40B4-BE49-F238E27FC236}">
                <a16:creationId xmlns:a16="http://schemas.microsoft.com/office/drawing/2014/main" id="{27744B4A-078B-4DD8-BFAB-3D7D870869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FAA5AA-181A-4E7F-54B0-43DAC923F797}"/>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3526620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8C73-9AE8-6AE7-BB5B-268A89650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F8CD7B-6B11-9B46-E973-3E11EFB5E4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EEC789-3156-6FED-5C32-A1AC1B604646}"/>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5" name="Footer Placeholder 4">
            <a:extLst>
              <a:ext uri="{FF2B5EF4-FFF2-40B4-BE49-F238E27FC236}">
                <a16:creationId xmlns:a16="http://schemas.microsoft.com/office/drawing/2014/main" id="{A377D268-8771-6AE8-CF54-C0F97436DF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47CB9D-E99B-B4F4-896D-D7E3F3B126B1}"/>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2444569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066D7-4E3C-E32A-3C24-B0B4DAFBC9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BD884F-61A5-993A-E963-281DA5C363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93B158-B511-359D-4E5F-E5C6FADB37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B7059-88AE-839D-FA38-F73535998E43}"/>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6" name="Footer Placeholder 5">
            <a:extLst>
              <a:ext uri="{FF2B5EF4-FFF2-40B4-BE49-F238E27FC236}">
                <a16:creationId xmlns:a16="http://schemas.microsoft.com/office/drawing/2014/main" id="{FE16E315-B67E-5313-A5AB-853BEDC9C4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5952CA-A8B2-6C9F-F53D-FF33B76E5BCF}"/>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2507849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D9CE2-72A8-CCCB-5FAD-73D7DAAD60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2A7792-5373-51EE-9AC0-FADB49BAE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31A78E-D251-3459-E29F-7D5AB0E8BF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A42046-9C0B-F666-05EC-BDAC7C3BA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A5150F-72FD-F880-4195-DD6F47846F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DA7782-BE90-B89A-72EE-55BC8AB15F8F}"/>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8" name="Footer Placeholder 7">
            <a:extLst>
              <a:ext uri="{FF2B5EF4-FFF2-40B4-BE49-F238E27FC236}">
                <a16:creationId xmlns:a16="http://schemas.microsoft.com/office/drawing/2014/main" id="{31CF5411-31EB-3B0B-37D0-2656A33BE7A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C55EDF-B53F-7EBE-FFBB-A70DB0F7289C}"/>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49963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6095A-4C3B-E24C-CF4A-82C3BE869C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6A7570-C99A-5544-D90F-0F8A5E281169}"/>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4" name="Footer Placeholder 3">
            <a:extLst>
              <a:ext uri="{FF2B5EF4-FFF2-40B4-BE49-F238E27FC236}">
                <a16:creationId xmlns:a16="http://schemas.microsoft.com/office/drawing/2014/main" id="{C953528D-22C8-12D2-2151-D21B7627D6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E11A7C-6E81-CFD0-1823-572BCAF80877}"/>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1800128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BD16B7-856D-2219-D328-6406E2452894}"/>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3" name="Footer Placeholder 2">
            <a:extLst>
              <a:ext uri="{FF2B5EF4-FFF2-40B4-BE49-F238E27FC236}">
                <a16:creationId xmlns:a16="http://schemas.microsoft.com/office/drawing/2014/main" id="{B29614D8-9999-DBE6-70FC-5C58507F5B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7C2C20-01F7-28C8-999E-3164E6632DDA}"/>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3736196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9EDE5-D391-AA3D-2C70-0FF17DDF7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B0139C-91EA-47A6-9DF1-4219F3C1C0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4A3CBF-B671-9922-B76E-406672D48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FE389-CD85-2D13-0DFF-4C5110EDF2E8}"/>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6" name="Footer Placeholder 5">
            <a:extLst>
              <a:ext uri="{FF2B5EF4-FFF2-40B4-BE49-F238E27FC236}">
                <a16:creationId xmlns:a16="http://schemas.microsoft.com/office/drawing/2014/main" id="{2E9560F8-5DC9-FC49-443D-6B58F4198C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C26E6A-B5E4-9AAF-232D-3BDB74E1C393}"/>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131152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F450-17BB-EE9F-9CCC-7DD5CE624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9E0321-4C14-59DB-E1AC-279189F755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6AF598-C3C6-314D-8AA1-9F5CB1BFC3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708F38-3D27-004D-3F55-2A74D208CE7A}"/>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6" name="Footer Placeholder 5">
            <a:extLst>
              <a:ext uri="{FF2B5EF4-FFF2-40B4-BE49-F238E27FC236}">
                <a16:creationId xmlns:a16="http://schemas.microsoft.com/office/drawing/2014/main" id="{379D2BDB-D6F6-08A8-9EE4-F7AA5C71C4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982E37-D064-F0F0-2099-B491F898A5B9}"/>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172081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06EC-8886-6685-186B-717358CF7A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FDD561-6331-D5FC-4C95-EF366E514F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388828-3558-3BAB-C136-282BC895F280}"/>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5" name="Footer Placeholder 4">
            <a:extLst>
              <a:ext uri="{FF2B5EF4-FFF2-40B4-BE49-F238E27FC236}">
                <a16:creationId xmlns:a16="http://schemas.microsoft.com/office/drawing/2014/main" id="{BDA567B7-4D75-38D7-C363-A474B75E2E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489EAC-E23A-2C81-09FB-CC41FF2A7BC9}"/>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4166137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84AFCE-1791-3CA7-7434-DB07AD40CC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43368F-69A7-FE3F-F083-E73BC95FC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36C1E1-DB7D-56CE-9A11-33668C9782FA}"/>
              </a:ext>
            </a:extLst>
          </p:cNvPr>
          <p:cNvSpPr>
            <a:spLocks noGrp="1"/>
          </p:cNvSpPr>
          <p:nvPr>
            <p:ph type="dt" sz="half" idx="10"/>
          </p:nvPr>
        </p:nvSpPr>
        <p:spPr/>
        <p:txBody>
          <a:bodyPr/>
          <a:lstStyle/>
          <a:p>
            <a:fld id="{7080B793-A70A-435B-89C3-DDF9B27B8EDF}" type="datetimeFigureOut">
              <a:rPr lang="en-IN" smtClean="0"/>
              <a:t>10-06-2026</a:t>
            </a:fld>
            <a:endParaRPr lang="en-IN"/>
          </a:p>
        </p:txBody>
      </p:sp>
      <p:sp>
        <p:nvSpPr>
          <p:cNvPr id="5" name="Footer Placeholder 4">
            <a:extLst>
              <a:ext uri="{FF2B5EF4-FFF2-40B4-BE49-F238E27FC236}">
                <a16:creationId xmlns:a16="http://schemas.microsoft.com/office/drawing/2014/main" id="{43A8B6EF-3D30-5124-B1E2-17A0EBEF45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315DCD-868D-7A95-7C53-710B5022C60D}"/>
              </a:ext>
            </a:extLst>
          </p:cNvPr>
          <p:cNvSpPr>
            <a:spLocks noGrp="1"/>
          </p:cNvSpPr>
          <p:nvPr>
            <p:ph type="sldNum" sz="quarter" idx="12"/>
          </p:nvPr>
        </p:nvSpPr>
        <p:spPr/>
        <p:txBody>
          <a:bodyPr/>
          <a:lstStyle/>
          <a:p>
            <a:fld id="{194D5854-6C54-4E65-BE43-959322FE5DCC}" type="slidenum">
              <a:rPr lang="en-IN" smtClean="0"/>
              <a:t>‹#›</a:t>
            </a:fld>
            <a:endParaRPr lang="en-IN"/>
          </a:p>
        </p:txBody>
      </p:sp>
    </p:spTree>
    <p:extLst>
      <p:ext uri="{BB962C8B-B14F-4D97-AF65-F5344CB8AC3E}">
        <p14:creationId xmlns:p14="http://schemas.microsoft.com/office/powerpoint/2010/main" val="2679735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742C9-8985-D3CB-DCEA-BF32EE9647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582DDB-47C6-2441-5CD8-682B11EF5A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971BF-3806-1C20-4D4D-0A5AAAFFF3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80B793-A70A-435B-89C3-DDF9B27B8EDF}" type="datetimeFigureOut">
              <a:rPr lang="en-IN" smtClean="0"/>
              <a:t>10-06-2026</a:t>
            </a:fld>
            <a:endParaRPr lang="en-IN"/>
          </a:p>
        </p:txBody>
      </p:sp>
      <p:sp>
        <p:nvSpPr>
          <p:cNvPr id="5" name="Footer Placeholder 4">
            <a:extLst>
              <a:ext uri="{FF2B5EF4-FFF2-40B4-BE49-F238E27FC236}">
                <a16:creationId xmlns:a16="http://schemas.microsoft.com/office/drawing/2014/main" id="{739F32A0-280D-0D0B-00E9-17F07B8D12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E3BDA2-F49E-DBCC-F25B-7473A6AA6E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D5854-6C54-4E65-BE43-959322FE5DCC}" type="slidenum">
              <a:rPr lang="en-IN" smtClean="0"/>
              <a:t>‹#›</a:t>
            </a:fld>
            <a:endParaRPr lang="en-IN"/>
          </a:p>
        </p:txBody>
      </p:sp>
    </p:spTree>
    <p:extLst>
      <p:ext uri="{BB962C8B-B14F-4D97-AF65-F5344CB8AC3E}">
        <p14:creationId xmlns:p14="http://schemas.microsoft.com/office/powerpoint/2010/main" val="3164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F068E-E0CF-770D-463C-2C8B76087397}"/>
              </a:ext>
            </a:extLst>
          </p:cNvPr>
          <p:cNvSpPr>
            <a:spLocks noGrp="1"/>
          </p:cNvSpPr>
          <p:nvPr>
            <p:ph type="ctrTitle"/>
          </p:nvPr>
        </p:nvSpPr>
        <p:spPr>
          <a:xfrm>
            <a:off x="1136397" y="502021"/>
            <a:ext cx="9688296" cy="1642969"/>
          </a:xfrm>
        </p:spPr>
        <p:txBody>
          <a:bodyPr vert="horz" lIns="91440" tIns="45720" rIns="91440" bIns="45720" rtlCol="0" anchor="b">
            <a:normAutofit/>
          </a:bodyPr>
          <a:lstStyle/>
          <a:p>
            <a:pPr algn="l"/>
            <a:br>
              <a:rPr lang="en-US" sz="3700" b="1" kern="1200" dirty="0">
                <a:solidFill>
                  <a:schemeClr val="tx1"/>
                </a:solidFill>
                <a:latin typeface="+mj-lt"/>
                <a:ea typeface="+mj-ea"/>
                <a:cs typeface="+mj-cs"/>
              </a:rPr>
            </a:br>
            <a:r>
              <a:rPr lang="en-US" sz="3700" kern="1200" dirty="0">
                <a:solidFill>
                  <a:schemeClr val="tx1"/>
                </a:solidFill>
                <a:latin typeface="+mj-lt"/>
                <a:ea typeface="+mj-ea"/>
                <a:cs typeface="+mj-cs"/>
              </a:rPr>
              <a:t>FAILURE ARCHIVE – AI POWERED STRATEGIC RESILIENCE PLATFORM</a:t>
            </a:r>
          </a:p>
        </p:txBody>
      </p:sp>
      <p:sp>
        <p:nvSpPr>
          <p:cNvPr id="3" name="Subtitle 2">
            <a:extLst>
              <a:ext uri="{FF2B5EF4-FFF2-40B4-BE49-F238E27FC236}">
                <a16:creationId xmlns:a16="http://schemas.microsoft.com/office/drawing/2014/main" id="{F3A49A1A-8C7F-8649-068B-A70EF528645C}"/>
              </a:ext>
            </a:extLst>
          </p:cNvPr>
          <p:cNvSpPr>
            <a:spLocks noGrp="1"/>
          </p:cNvSpPr>
          <p:nvPr>
            <p:ph type="subTitle" idx="1"/>
          </p:nvPr>
        </p:nvSpPr>
        <p:spPr>
          <a:xfrm>
            <a:off x="1136397" y="2418409"/>
            <a:ext cx="9688296" cy="3454358"/>
          </a:xfrm>
        </p:spPr>
        <p:txBody>
          <a:bodyPr vert="horz" lIns="91440" tIns="45720" rIns="91440" bIns="45720" rtlCol="0" anchor="t">
            <a:normAutofit/>
          </a:bodyPr>
          <a:lstStyle/>
          <a:p>
            <a:pPr indent="-228600" algn="l">
              <a:buFont typeface="Arial" panose="020B0604020202020204" pitchFamily="34" charset="0"/>
              <a:buChar char="•"/>
            </a:pPr>
            <a:r>
              <a:rPr lang="en-US" sz="1400" b="1" dirty="0"/>
              <a:t>1.1 INTRODUCTION</a:t>
            </a:r>
          </a:p>
          <a:p>
            <a:pPr indent="-228600" algn="l">
              <a:buFont typeface="Arial" panose="020B0604020202020204" pitchFamily="34" charset="0"/>
              <a:buChar char="•"/>
            </a:pPr>
            <a:r>
              <a:rPr lang="en-US" sz="1400" dirty="0"/>
              <a:t>Failure Archive is an innovative web-based intelligence platform developed to transform the way entrepreneurs, students, and professionals perceive failure. In today's world, success stories are celebrated extensively, while the lessons hidden within failures often remain undocumented. As a result, valuable experiences that could prevent others from making similar mistakes are lost.</a:t>
            </a:r>
          </a:p>
          <a:p>
            <a:pPr indent="-228600" algn="l">
              <a:buFont typeface="Arial" panose="020B0604020202020204" pitchFamily="34" charset="0"/>
              <a:buChar char="•"/>
            </a:pPr>
            <a:r>
              <a:rPr lang="en-US" sz="1400" dirty="0"/>
              <a:t>The objective of Failure Archive is to create a centralized repository of failure stories combined with artificial intelligence capabilities to analyze patterns, identify risk factors, and provide actionable insights. The platform enables users to explore real-world case studies involving startup failures, product collapses, operational mistakes, leadership challenges, and strategic miscalculations.</a:t>
            </a:r>
          </a:p>
          <a:p>
            <a:pPr indent="-228600" algn="l">
              <a:buFont typeface="Arial" panose="020B0604020202020204" pitchFamily="34" charset="0"/>
              <a:buChar char="•"/>
            </a:pPr>
            <a:r>
              <a:rPr lang="en-US" sz="1400" dirty="0"/>
              <a:t>Unlike traditional knowledge-sharing platforms, Failure Archive focuses not merely on storytelling but on extracting wisdom from adversity. Through advanced categorization and AI-assisted analysis, users can identify recurring causes of failure and utilize those findings to improve future decision-making.</a:t>
            </a:r>
          </a:p>
          <a:p>
            <a:pPr indent="-228600" algn="l">
              <a:buFont typeface="Arial" panose="020B0604020202020204" pitchFamily="34" charset="0"/>
              <a:buChar char="•"/>
            </a:pPr>
            <a:r>
              <a:rPr lang="en-US" sz="1400" dirty="0"/>
              <a:t>The project aims to normalize conversations surrounding setbacks and encourage a culture where failure is viewed as an opportunity for growth, resilience, and innovation rather than a source of shame.</a:t>
            </a:r>
          </a:p>
          <a:p>
            <a:pPr indent="-228600" algn="l">
              <a:buFont typeface="Arial" panose="020B0604020202020204" pitchFamily="34" charset="0"/>
              <a:buChar char="•"/>
            </a:pPr>
            <a:endParaRPr lang="en-US" sz="14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1371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2699E-31FD-ED6F-5FDA-0741B807C276}"/>
              </a:ext>
            </a:extLst>
          </p:cNvPr>
          <p:cNvSpPr>
            <a:spLocks noGrp="1"/>
          </p:cNvSpPr>
          <p:nvPr>
            <p:ph type="title"/>
          </p:nvPr>
        </p:nvSpPr>
        <p:spPr>
          <a:xfrm>
            <a:off x="160868" y="110068"/>
            <a:ext cx="10955866" cy="570970"/>
          </a:xfrm>
        </p:spPr>
        <p:txBody>
          <a:bodyPr>
            <a:normAutofit fontScale="90000"/>
          </a:bodyPr>
          <a:lstStyle/>
          <a:p>
            <a:r>
              <a:rPr lang="en-IN" dirty="0"/>
              <a:t>1.2 OBJECTIVES OF THE PROJECT</a:t>
            </a:r>
          </a:p>
        </p:txBody>
      </p:sp>
      <p:graphicFrame>
        <p:nvGraphicFramePr>
          <p:cNvPr id="7" name="Content Placeholder 2">
            <a:extLst>
              <a:ext uri="{FF2B5EF4-FFF2-40B4-BE49-F238E27FC236}">
                <a16:creationId xmlns:a16="http://schemas.microsoft.com/office/drawing/2014/main" id="{ECD54D5F-EC56-A198-2ADB-A0CFB80549D4}"/>
              </a:ext>
            </a:extLst>
          </p:cNvPr>
          <p:cNvGraphicFramePr>
            <a:graphicFrameLocks noGrp="1"/>
          </p:cNvGraphicFramePr>
          <p:nvPr>
            <p:ph idx="1"/>
          </p:nvPr>
        </p:nvGraphicFramePr>
        <p:xfrm>
          <a:off x="160868" y="681038"/>
          <a:ext cx="11870264" cy="59906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4843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4DDFFB-D93E-46E9-B8A9-9AC5A4C3DA26}"/>
              </a:ext>
            </a:extLst>
          </p:cNvPr>
          <p:cNvSpPr>
            <a:spLocks noGrp="1"/>
          </p:cNvSpPr>
          <p:nvPr>
            <p:ph type="title"/>
          </p:nvPr>
        </p:nvSpPr>
        <p:spPr>
          <a:xfrm>
            <a:off x="838200" y="365125"/>
            <a:ext cx="10515600" cy="1325563"/>
          </a:xfrm>
        </p:spPr>
        <p:txBody>
          <a:bodyPr>
            <a:normAutofit/>
          </a:bodyPr>
          <a:lstStyle/>
          <a:p>
            <a:r>
              <a:rPr lang="en-IN" sz="5400"/>
              <a:t>1.3 PROBLEM STATEMENT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7F84E5-8315-CF25-854B-384387A19D0A}"/>
              </a:ext>
            </a:extLst>
          </p:cNvPr>
          <p:cNvSpPr>
            <a:spLocks noGrp="1"/>
          </p:cNvSpPr>
          <p:nvPr>
            <p:ph idx="1"/>
          </p:nvPr>
        </p:nvSpPr>
        <p:spPr>
          <a:xfrm>
            <a:off x="838200" y="1929384"/>
            <a:ext cx="10515600" cy="4251960"/>
          </a:xfrm>
        </p:spPr>
        <p:txBody>
          <a:bodyPr>
            <a:normAutofit/>
          </a:bodyPr>
          <a:lstStyle/>
          <a:p>
            <a:r>
              <a:rPr lang="en-IN" sz="700"/>
              <a:t>Modern society emphasizes achievement and success, often neglecting the educational value of failures. Entrepreneurs frequently repeat avoidable mistakes because previous failures remain undocumented or inaccessible.</a:t>
            </a:r>
          </a:p>
          <a:p>
            <a:r>
              <a:rPr lang="en-IN" sz="700"/>
              <a:t>Some of the key issues identified include:</a:t>
            </a:r>
          </a:p>
          <a:p>
            <a:r>
              <a:rPr lang="en-IN" sz="700"/>
              <a:t>Absence of a dedicated platform for documenting failures. </a:t>
            </a:r>
          </a:p>
          <a:p>
            <a:r>
              <a:rPr lang="en-IN" sz="700"/>
              <a:t>Limited access to structured failure case studies. </a:t>
            </a:r>
          </a:p>
          <a:p>
            <a:r>
              <a:rPr lang="en-IN" sz="700"/>
              <a:t>Inability to derive actionable insights from existing narratives. </a:t>
            </a:r>
          </a:p>
          <a:p>
            <a:r>
              <a:rPr lang="en-IN" sz="700"/>
              <a:t>Fear of criticism preventing individuals from sharing experiences. </a:t>
            </a:r>
          </a:p>
          <a:p>
            <a:r>
              <a:rPr lang="en-IN" sz="700"/>
              <a:t>Lack of analytical tools to identify trends in unsuccessful ventures. </a:t>
            </a:r>
          </a:p>
          <a:p>
            <a:r>
              <a:rPr lang="en-IN" sz="700"/>
              <a:t>Failure Archive addresses these challenges by combining storytelling, community participation, and AI-driven analysis into a single platform.</a:t>
            </a:r>
          </a:p>
          <a:p>
            <a:r>
              <a:rPr lang="en-IN" sz="700" b="1"/>
              <a:t>1.4 SCOPE OF THE PROJECT</a:t>
            </a:r>
          </a:p>
          <a:p>
            <a:r>
              <a:rPr lang="en-IN" sz="700"/>
              <a:t>The scope of Failure Archive includes the following functionalities:</a:t>
            </a:r>
          </a:p>
          <a:p>
            <a:r>
              <a:rPr lang="en-IN" sz="700" b="1"/>
              <a:t>User Features</a:t>
            </a:r>
          </a:p>
          <a:p>
            <a:r>
              <a:rPr lang="en-IN" sz="700"/>
              <a:t>Browse archived failure stories. </a:t>
            </a:r>
          </a:p>
          <a:p>
            <a:r>
              <a:rPr lang="en-IN" sz="700"/>
              <a:t>Search failures by category. </a:t>
            </a:r>
          </a:p>
          <a:p>
            <a:r>
              <a:rPr lang="en-IN" sz="700"/>
              <a:t>Submit failure experiences. </a:t>
            </a:r>
          </a:p>
          <a:p>
            <a:r>
              <a:rPr lang="en-IN" sz="700"/>
              <a:t>Access AI-generated analyses. </a:t>
            </a:r>
          </a:p>
          <a:p>
            <a:r>
              <a:rPr lang="en-IN" sz="700"/>
              <a:t>Explore strategic recommendations. </a:t>
            </a:r>
          </a:p>
          <a:p>
            <a:r>
              <a:rPr lang="en-IN" sz="700"/>
              <a:t>View case studies and insights. </a:t>
            </a:r>
          </a:p>
          <a:p>
            <a:r>
              <a:rPr lang="en-IN" sz="700"/>
              <a:t>Maintain user profiles. </a:t>
            </a:r>
          </a:p>
          <a:p>
            <a:r>
              <a:rPr lang="en-IN" sz="700"/>
              <a:t>Save important stories.</a:t>
            </a:r>
          </a:p>
          <a:p>
            <a:endParaRPr lang="en-IN" sz="700"/>
          </a:p>
        </p:txBody>
      </p:sp>
    </p:spTree>
    <p:extLst>
      <p:ext uri="{BB962C8B-B14F-4D97-AF65-F5344CB8AC3E}">
        <p14:creationId xmlns:p14="http://schemas.microsoft.com/office/powerpoint/2010/main" val="3363812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197B7D-A7E4-FA11-91A9-5795FD3870B4}"/>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628143-9177-3E4A-40C4-48D7596AACE3}"/>
              </a:ext>
            </a:extLst>
          </p:cNvPr>
          <p:cNvSpPr>
            <a:spLocks noGrp="1"/>
          </p:cNvSpPr>
          <p:nvPr>
            <p:ph type="title"/>
          </p:nvPr>
        </p:nvSpPr>
        <p:spPr>
          <a:xfrm>
            <a:off x="838200" y="365125"/>
            <a:ext cx="10515600" cy="1325563"/>
          </a:xfrm>
        </p:spPr>
        <p:txBody>
          <a:bodyPr>
            <a:normAutofit/>
          </a:bodyPr>
          <a:lstStyle/>
          <a:p>
            <a:r>
              <a:rPr lang="en-IN" dirty="0"/>
              <a:t>1.5 METHODOLOGY ADOPTED</a:t>
            </a:r>
          </a:p>
        </p:txBody>
      </p:sp>
      <p:graphicFrame>
        <p:nvGraphicFramePr>
          <p:cNvPr id="5" name="Content Placeholder 2">
            <a:extLst>
              <a:ext uri="{FF2B5EF4-FFF2-40B4-BE49-F238E27FC236}">
                <a16:creationId xmlns:a16="http://schemas.microsoft.com/office/drawing/2014/main" id="{6C9DC9ED-E600-AD9D-AE45-10F8691FC7D5}"/>
              </a:ext>
            </a:extLst>
          </p:cNvPr>
          <p:cNvGraphicFramePr>
            <a:graphicFrameLocks noGrp="1"/>
          </p:cNvGraphicFramePr>
          <p:nvPr>
            <p:ph idx="1"/>
            <p:extLst>
              <p:ext uri="{D42A27DB-BD31-4B8C-83A1-F6EECF244321}">
                <p14:modId xmlns:p14="http://schemas.microsoft.com/office/powerpoint/2010/main" val="241106422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641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5ED5B2-A762-9DC6-121C-364246A34DF4}"/>
              </a:ext>
            </a:extLst>
          </p:cNvPr>
          <p:cNvPicPr>
            <a:picLocks noChangeAspect="1"/>
          </p:cNvPicPr>
          <p:nvPr/>
        </p:nvPicPr>
        <p:blipFill>
          <a:blip r:embed="rId2">
            <a:duotone>
              <a:schemeClr val="bg2">
                <a:shade val="45000"/>
                <a:satMod val="135000"/>
              </a:schemeClr>
              <a:prstClr val="white"/>
            </a:duotone>
          </a:blip>
          <a:srcRect t="12256" b="31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BEA614-DCD3-ABA5-61D4-2CF65B2201EC}"/>
              </a:ext>
            </a:extLst>
          </p:cNvPr>
          <p:cNvSpPr>
            <a:spLocks noGrp="1"/>
          </p:cNvSpPr>
          <p:nvPr>
            <p:ph type="title"/>
          </p:nvPr>
        </p:nvSpPr>
        <p:spPr>
          <a:xfrm>
            <a:off x="838200" y="365125"/>
            <a:ext cx="10515600" cy="1325563"/>
          </a:xfrm>
        </p:spPr>
        <p:txBody>
          <a:bodyPr>
            <a:normAutofit/>
          </a:bodyPr>
          <a:lstStyle/>
          <a:p>
            <a:r>
              <a:rPr lang="en-IN" dirty="0"/>
              <a:t>1.6 TECHNOLOGY STACK USED</a:t>
            </a:r>
          </a:p>
        </p:txBody>
      </p:sp>
      <p:graphicFrame>
        <p:nvGraphicFramePr>
          <p:cNvPr id="5" name="Content Placeholder 2">
            <a:extLst>
              <a:ext uri="{FF2B5EF4-FFF2-40B4-BE49-F238E27FC236}">
                <a16:creationId xmlns:a16="http://schemas.microsoft.com/office/drawing/2014/main" id="{1A01848B-829F-79B8-5477-26FBF0DA0B32}"/>
              </a:ext>
            </a:extLst>
          </p:cNvPr>
          <p:cNvGraphicFramePr>
            <a:graphicFrameLocks noGrp="1"/>
          </p:cNvGraphicFramePr>
          <p:nvPr>
            <p:ph idx="1"/>
            <p:extLst>
              <p:ext uri="{D42A27DB-BD31-4B8C-83A1-F6EECF244321}">
                <p14:modId xmlns:p14="http://schemas.microsoft.com/office/powerpoint/2010/main" val="243366196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1790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57431B-12FE-278D-E97E-66BC6CCCEA10}"/>
              </a:ext>
            </a:extLst>
          </p:cNvPr>
          <p:cNvPicPr>
            <a:picLocks noChangeAspect="1"/>
          </p:cNvPicPr>
          <p:nvPr/>
        </p:nvPicPr>
        <p:blipFill>
          <a:blip r:embed="rId2">
            <a:duotone>
              <a:schemeClr val="bg2">
                <a:shade val="45000"/>
                <a:satMod val="135000"/>
              </a:schemeClr>
              <a:prstClr val="white"/>
            </a:duotone>
          </a:blip>
          <a:srcRect t="16045"/>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EE5B2F-5775-6AE3-A98B-13E14B58699F}"/>
              </a:ext>
            </a:extLst>
          </p:cNvPr>
          <p:cNvSpPr>
            <a:spLocks noGrp="1"/>
          </p:cNvSpPr>
          <p:nvPr>
            <p:ph type="title"/>
          </p:nvPr>
        </p:nvSpPr>
        <p:spPr>
          <a:xfrm>
            <a:off x="838200" y="365125"/>
            <a:ext cx="10515600" cy="1325563"/>
          </a:xfrm>
        </p:spPr>
        <p:txBody>
          <a:bodyPr>
            <a:normAutofit/>
          </a:bodyPr>
          <a:lstStyle/>
          <a:p>
            <a:r>
              <a:rPr lang="en-IN" dirty="0"/>
              <a:t>1.7 SYSTEM FEATURES</a:t>
            </a:r>
          </a:p>
        </p:txBody>
      </p:sp>
      <p:graphicFrame>
        <p:nvGraphicFramePr>
          <p:cNvPr id="5" name="Content Placeholder 2">
            <a:extLst>
              <a:ext uri="{FF2B5EF4-FFF2-40B4-BE49-F238E27FC236}">
                <a16:creationId xmlns:a16="http://schemas.microsoft.com/office/drawing/2014/main" id="{073475F9-111B-FF07-F153-1CDBC455E445}"/>
              </a:ext>
            </a:extLst>
          </p:cNvPr>
          <p:cNvGraphicFramePr>
            <a:graphicFrameLocks noGrp="1"/>
          </p:cNvGraphicFramePr>
          <p:nvPr>
            <p:ph idx="1"/>
            <p:extLst>
              <p:ext uri="{D42A27DB-BD31-4B8C-83A1-F6EECF244321}">
                <p14:modId xmlns:p14="http://schemas.microsoft.com/office/powerpoint/2010/main" val="17993952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2334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43AFB-F655-DDD4-C3C0-DCA2A4A9D706}"/>
              </a:ext>
            </a:extLst>
          </p:cNvPr>
          <p:cNvSpPr>
            <a:spLocks noGrp="1"/>
          </p:cNvSpPr>
          <p:nvPr>
            <p:ph type="title"/>
          </p:nvPr>
        </p:nvSpPr>
        <p:spPr>
          <a:xfrm>
            <a:off x="838200" y="557189"/>
            <a:ext cx="4155825" cy="5571898"/>
          </a:xfrm>
        </p:spPr>
        <p:txBody>
          <a:bodyPr>
            <a:normAutofit/>
          </a:bodyPr>
          <a:lstStyle/>
          <a:p>
            <a:r>
              <a:rPr lang="en-IN"/>
              <a:t>1.8 and 1.9</a:t>
            </a:r>
            <a:endParaRPr lang="en-IN" dirty="0"/>
          </a:p>
        </p:txBody>
      </p:sp>
      <p:sp>
        <p:nvSpPr>
          <p:cNvPr id="37" name="Content Placeholder 2">
            <a:extLst>
              <a:ext uri="{FF2B5EF4-FFF2-40B4-BE49-F238E27FC236}">
                <a16:creationId xmlns:a16="http://schemas.microsoft.com/office/drawing/2014/main" id="{B192D6C0-2708-8C24-C6C9-F78D3CB3A642}"/>
              </a:ext>
            </a:extLst>
          </p:cNvPr>
          <p:cNvSpPr>
            <a:spLocks noGrp="1"/>
          </p:cNvSpPr>
          <p:nvPr>
            <p:ph idx="1"/>
          </p:nvPr>
        </p:nvSpPr>
        <p:spPr>
          <a:xfrm>
            <a:off x="5186552" y="557189"/>
            <a:ext cx="6167246" cy="5571898"/>
          </a:xfrm>
        </p:spPr>
        <p:txBody>
          <a:bodyPr anchor="ctr">
            <a:normAutofit/>
          </a:bodyPr>
          <a:lstStyle/>
          <a:p>
            <a:r>
              <a:rPr lang="en-IN" sz="800" b="1"/>
              <a:t>1.8 RESULTS AND DISCUSSION</a:t>
            </a:r>
          </a:p>
          <a:p>
            <a:r>
              <a:rPr lang="en-IN" sz="800"/>
              <a:t>The developed platform successfully demonstrates how failure data can be transformed into a strategic asset.</a:t>
            </a:r>
          </a:p>
          <a:p>
            <a:r>
              <a:rPr lang="en-IN" sz="800"/>
              <a:t>The implemented prototype achieved the following outcomes:</a:t>
            </a:r>
          </a:p>
          <a:p>
            <a:r>
              <a:rPr lang="en-IN" sz="800"/>
              <a:t>Successful deployment of the web application. </a:t>
            </a:r>
          </a:p>
          <a:p>
            <a:r>
              <a:rPr lang="en-IN" sz="800"/>
              <a:t>Responsive user interface across devices. </a:t>
            </a:r>
          </a:p>
          <a:p>
            <a:r>
              <a:rPr lang="en-IN" sz="800"/>
              <a:t>Efficient retrieval of archived cases. </a:t>
            </a:r>
          </a:p>
          <a:p>
            <a:r>
              <a:rPr lang="en-IN" sz="800"/>
              <a:t>Integration of analytical modules. </a:t>
            </a:r>
          </a:p>
          <a:p>
            <a:r>
              <a:rPr lang="en-IN" sz="800"/>
              <a:t>Enhanced understanding of recurring failure patterns. </a:t>
            </a:r>
          </a:p>
          <a:p>
            <a:r>
              <a:rPr lang="en-IN" sz="800"/>
              <a:t>Improved accessibility to valuable learning experiences. </a:t>
            </a:r>
          </a:p>
          <a:p>
            <a:r>
              <a:rPr lang="en-IN" sz="800"/>
              <a:t>The project establishes that documenting failures can contribute significantly to innovation and informed decision-making.</a:t>
            </a:r>
          </a:p>
          <a:p>
            <a:br>
              <a:rPr lang="en-IN" sz="800"/>
            </a:br>
            <a:endParaRPr lang="en-IN" sz="800"/>
          </a:p>
          <a:p>
            <a:r>
              <a:rPr lang="en-IN" sz="800" b="1"/>
              <a:t>1.9 FUTURE ENHANCEMENTS</a:t>
            </a:r>
          </a:p>
          <a:p>
            <a:r>
              <a:rPr lang="en-IN" sz="800"/>
              <a:t>Several enhancements can further improve the platform:</a:t>
            </a:r>
          </a:p>
          <a:p>
            <a:r>
              <a:rPr lang="en-IN" sz="800"/>
              <a:t>Advanced AI recommendation systems. </a:t>
            </a:r>
          </a:p>
          <a:p>
            <a:r>
              <a:rPr lang="en-IN" sz="800"/>
              <a:t>Integration with startup ecosystems. </a:t>
            </a:r>
          </a:p>
          <a:p>
            <a:r>
              <a:rPr lang="en-IN" sz="800"/>
              <a:t>Voice-assisted submissions. </a:t>
            </a:r>
          </a:p>
          <a:p>
            <a:r>
              <a:rPr lang="en-IN" sz="800"/>
              <a:t>Multilingual support. </a:t>
            </a:r>
          </a:p>
          <a:p>
            <a:r>
              <a:rPr lang="en-IN" sz="800"/>
              <a:t>Mobile application development. </a:t>
            </a:r>
          </a:p>
          <a:p>
            <a:r>
              <a:rPr lang="en-IN" sz="800"/>
              <a:t>Community discussion forums. </a:t>
            </a:r>
          </a:p>
          <a:p>
            <a:r>
              <a:rPr lang="en-IN" sz="800"/>
              <a:t>Real-time analytics dashboards. </a:t>
            </a:r>
          </a:p>
          <a:p>
            <a:r>
              <a:rPr lang="en-IN" sz="800"/>
              <a:t>Gamification elements for contributors. </a:t>
            </a:r>
          </a:p>
          <a:p>
            <a:r>
              <a:rPr lang="en-IN" sz="800"/>
              <a:t>Collaboration with incubators and educational institutions</a:t>
            </a:r>
          </a:p>
          <a:p>
            <a:endParaRPr lang="en-IN" sz="800"/>
          </a:p>
        </p:txBody>
      </p:sp>
    </p:spTree>
    <p:extLst>
      <p:ext uri="{BB962C8B-B14F-4D97-AF65-F5344CB8AC3E}">
        <p14:creationId xmlns:p14="http://schemas.microsoft.com/office/powerpoint/2010/main" val="308802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10BA0F9-A4CA-D2B0-1EEA-04D432172218}"/>
              </a:ext>
            </a:extLst>
          </p:cNvPr>
          <p:cNvSpPr>
            <a:spLocks noGrp="1"/>
          </p:cNvSpPr>
          <p:nvPr>
            <p:ph type="title"/>
          </p:nvPr>
        </p:nvSpPr>
        <p:spPr>
          <a:xfrm>
            <a:off x="838200" y="365125"/>
            <a:ext cx="10515600" cy="1325563"/>
          </a:xfrm>
        </p:spPr>
        <p:txBody>
          <a:bodyPr>
            <a:normAutofit/>
          </a:bodyPr>
          <a:lstStyle/>
          <a:p>
            <a:r>
              <a:rPr lang="en-IN" dirty="0"/>
              <a:t>conclusion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2EF76C6-D94A-D1A2-9422-E1298C5C5D6F}"/>
              </a:ext>
            </a:extLst>
          </p:cNvPr>
          <p:cNvSpPr>
            <a:spLocks noGrp="1"/>
          </p:cNvSpPr>
          <p:nvPr>
            <p:ph idx="1"/>
          </p:nvPr>
        </p:nvSpPr>
        <p:spPr>
          <a:xfrm>
            <a:off x="838200" y="1825625"/>
            <a:ext cx="10515600" cy="4351338"/>
          </a:xfrm>
        </p:spPr>
        <p:txBody>
          <a:bodyPr>
            <a:normAutofit/>
          </a:bodyPr>
          <a:lstStyle/>
          <a:p>
            <a:r>
              <a:rPr lang="en-IN" sz="1500"/>
              <a:t>Failure Archive represents an innovative approach toward learning from adversity. By documenting setbacks and applying artificial intelligence to uncover meaningful insights, the platform empowers individuals and organizations to make informed decisions and avoid repeating costly mistakes.</a:t>
            </a:r>
          </a:p>
          <a:p>
            <a:r>
              <a:rPr lang="en-IN" sz="1500"/>
              <a:t>The project demonstrates that failures should not remain hidden experiences but should instead become valuable educational resources. Through collective learning and strategic analysis, Failure Archive promotes resilience, continuous improvement, and sustainable success.</a:t>
            </a:r>
          </a:p>
          <a:p>
            <a:r>
              <a:rPr lang="en-IN" sz="1500" b="1"/>
              <a:t>1.11 REFERENCES</a:t>
            </a:r>
          </a:p>
          <a:p>
            <a:r>
              <a:rPr lang="en-IN" sz="1500"/>
              <a:t>Brown C.P., "Computerized Design of a PFBC Boiler", </a:t>
            </a:r>
            <a:r>
              <a:rPr lang="en-IN" sz="1500" i="1"/>
              <a:t>The Journal of Gas Turbines and Power</a:t>
            </a:r>
            <a:r>
              <a:rPr lang="en-IN" sz="1500"/>
              <a:t>, Vol. 9, 1996, pp. 272–286. </a:t>
            </a:r>
          </a:p>
          <a:p>
            <a:r>
              <a:rPr lang="en-IN" sz="1500"/>
              <a:t>Holman J.P. et al., </a:t>
            </a:r>
            <a:r>
              <a:rPr lang="en-IN" sz="1500" i="1"/>
              <a:t>Experimental Methods for Engineers</a:t>
            </a:r>
            <a:r>
              <a:rPr lang="en-IN" sz="1500"/>
              <a:t>, 7th Edition, Tata McGraw Hill Publishers, New Delhi, 1996. </a:t>
            </a:r>
          </a:p>
          <a:p>
            <a:r>
              <a:rPr lang="en-IN" sz="1500"/>
              <a:t>Ries, Eric. </a:t>
            </a:r>
            <a:r>
              <a:rPr lang="en-IN" sz="1500" i="1"/>
              <a:t>The Lean Startup</a:t>
            </a:r>
            <a:r>
              <a:rPr lang="en-IN" sz="1500"/>
              <a:t>, Crown Publishing Group, 2011. </a:t>
            </a:r>
          </a:p>
          <a:p>
            <a:r>
              <a:rPr lang="en-IN" sz="1500"/>
              <a:t>Blank, Steve. </a:t>
            </a:r>
            <a:r>
              <a:rPr lang="en-IN" sz="1500" i="1"/>
              <a:t>The Startup Owner's Manual</a:t>
            </a:r>
            <a:r>
              <a:rPr lang="en-IN" sz="1500"/>
              <a:t>, </a:t>
            </a:r>
            <a:r>
              <a:rPr lang="en-IN" sz="1500" err="1"/>
              <a:t>K&amp;S</a:t>
            </a:r>
            <a:r>
              <a:rPr lang="en-IN" sz="1500"/>
              <a:t> Ranch, 2012. </a:t>
            </a:r>
          </a:p>
          <a:p>
            <a:r>
              <a:rPr lang="en-IN" sz="1500"/>
              <a:t>GitHub Documentation. </a:t>
            </a:r>
          </a:p>
          <a:p>
            <a:r>
              <a:rPr lang="en-IN" sz="1500" err="1"/>
              <a:t>Vercel</a:t>
            </a:r>
            <a:r>
              <a:rPr lang="en-IN" sz="1500"/>
              <a:t> Deployment Documentation. </a:t>
            </a:r>
          </a:p>
          <a:p>
            <a:r>
              <a:rPr lang="en-IN" sz="1500"/>
              <a:t>Research articles on entrepreneurial failure and organizational learning.</a:t>
            </a:r>
          </a:p>
          <a:p>
            <a:endParaRPr lang="en-IN" sz="1500"/>
          </a:p>
        </p:txBody>
      </p:sp>
    </p:spTree>
    <p:extLst>
      <p:ext uri="{BB962C8B-B14F-4D97-AF65-F5344CB8AC3E}">
        <p14:creationId xmlns:p14="http://schemas.microsoft.com/office/powerpoint/2010/main" val="3550629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AAB571-C661-60BD-3152-FBB5F491AC30}"/>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glossary</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310FF8B4-DB43-0ACD-E7B0-E752C6EBE71E}"/>
              </a:ext>
            </a:extLst>
          </p:cNvPr>
          <p:cNvSpPr txBox="1"/>
          <p:nvPr/>
        </p:nvSpPr>
        <p:spPr>
          <a:xfrm>
            <a:off x="5894962" y="1984443"/>
            <a:ext cx="5458838" cy="41925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1"/>
              <a:t>1.12 GLOSSARY</a:t>
            </a:r>
          </a:p>
          <a:p>
            <a:pPr indent="-228600">
              <a:lnSpc>
                <a:spcPct val="90000"/>
              </a:lnSpc>
              <a:spcAft>
                <a:spcPts val="600"/>
              </a:spcAft>
              <a:buFont typeface="Arial" panose="020B0604020202020204" pitchFamily="34" charset="0"/>
              <a:buChar char="•"/>
            </a:pPr>
            <a:br>
              <a:rPr lang="en-US"/>
            </a:br>
            <a:endParaRPr lang="en-US"/>
          </a:p>
          <a:p>
            <a:pPr indent="-228600">
              <a:lnSpc>
                <a:spcPct val="90000"/>
              </a:lnSpc>
              <a:spcAft>
                <a:spcPts val="600"/>
              </a:spcAft>
              <a:buFont typeface="Arial" panose="020B0604020202020204" pitchFamily="34" charset="0"/>
              <a:buChar char="•"/>
            </a:pPr>
            <a:r>
              <a:rPr lang="en-US" b="1"/>
              <a:t>Failure Archive – Transforming Failures into Strategic Intelligence and Shared Wisdom.</a:t>
            </a:r>
            <a:endParaRPr lang="en-US"/>
          </a:p>
        </p:txBody>
      </p:sp>
      <p:graphicFrame>
        <p:nvGraphicFramePr>
          <p:cNvPr id="4" name="Content Placeholder 3">
            <a:extLst>
              <a:ext uri="{FF2B5EF4-FFF2-40B4-BE49-F238E27FC236}">
                <a16:creationId xmlns:a16="http://schemas.microsoft.com/office/drawing/2014/main" id="{EBAEE58B-946B-5783-1F7E-91C527147DC7}"/>
              </a:ext>
            </a:extLst>
          </p:cNvPr>
          <p:cNvGraphicFramePr>
            <a:graphicFrameLocks noGrp="1"/>
          </p:cNvGraphicFramePr>
          <p:nvPr>
            <p:ph idx="1"/>
            <p:extLst>
              <p:ext uri="{D42A27DB-BD31-4B8C-83A1-F6EECF244321}">
                <p14:modId xmlns:p14="http://schemas.microsoft.com/office/powerpoint/2010/main" val="276439603"/>
              </p:ext>
            </p:extLst>
          </p:nvPr>
        </p:nvGraphicFramePr>
        <p:xfrm>
          <a:off x="703182" y="1062685"/>
          <a:ext cx="4777382" cy="4562894"/>
        </p:xfrm>
        <a:graphic>
          <a:graphicData uri="http://schemas.openxmlformats.org/drawingml/2006/table">
            <a:tbl>
              <a:tblPr>
                <a:tableStyleId>{69012ECD-51FC-41F1-AA8D-1B2483CD663E}</a:tableStyleId>
              </a:tblPr>
              <a:tblGrid>
                <a:gridCol w="1738707">
                  <a:extLst>
                    <a:ext uri="{9D8B030D-6E8A-4147-A177-3AD203B41FA5}">
                      <a16:colId xmlns:a16="http://schemas.microsoft.com/office/drawing/2014/main" val="2973712742"/>
                    </a:ext>
                  </a:extLst>
                </a:gridCol>
                <a:gridCol w="3038675">
                  <a:extLst>
                    <a:ext uri="{9D8B030D-6E8A-4147-A177-3AD203B41FA5}">
                      <a16:colId xmlns:a16="http://schemas.microsoft.com/office/drawing/2014/main" val="3049445943"/>
                    </a:ext>
                  </a:extLst>
                </a:gridCol>
              </a:tblGrid>
              <a:tr h="367706">
                <a:tc>
                  <a:txBody>
                    <a:bodyPr/>
                    <a:lstStyle/>
                    <a:p>
                      <a:pPr>
                        <a:buNone/>
                      </a:pPr>
                      <a:r>
                        <a:rPr lang="en-IN" sz="1600"/>
                        <a:t>Term</a:t>
                      </a:r>
                    </a:p>
                  </a:txBody>
                  <a:tcPr marL="83569" marR="83569" marT="41785" marB="41785" anchor="ctr"/>
                </a:tc>
                <a:tc>
                  <a:txBody>
                    <a:bodyPr/>
                    <a:lstStyle/>
                    <a:p>
                      <a:pPr>
                        <a:buNone/>
                      </a:pPr>
                      <a:r>
                        <a:rPr lang="en-IN" sz="1600"/>
                        <a:t>Meaning</a:t>
                      </a:r>
                    </a:p>
                  </a:txBody>
                  <a:tcPr marL="83569" marR="83569" marT="41785" marB="41785" anchor="ctr"/>
                </a:tc>
                <a:extLst>
                  <a:ext uri="{0D108BD9-81ED-4DB2-BD59-A6C34878D82A}">
                    <a16:rowId xmlns:a16="http://schemas.microsoft.com/office/drawing/2014/main" val="596018525"/>
                  </a:ext>
                </a:extLst>
              </a:tr>
              <a:tr h="367706">
                <a:tc>
                  <a:txBody>
                    <a:bodyPr/>
                    <a:lstStyle/>
                    <a:p>
                      <a:pPr>
                        <a:buNone/>
                      </a:pPr>
                      <a:r>
                        <a:rPr lang="en-IN" sz="1600"/>
                        <a:t>AI</a:t>
                      </a:r>
                    </a:p>
                  </a:txBody>
                  <a:tcPr marL="83569" marR="83569" marT="41785" marB="41785" anchor="ctr"/>
                </a:tc>
                <a:tc>
                  <a:txBody>
                    <a:bodyPr/>
                    <a:lstStyle/>
                    <a:p>
                      <a:pPr>
                        <a:buNone/>
                      </a:pPr>
                      <a:r>
                        <a:rPr lang="en-IN" sz="1600"/>
                        <a:t>Artificial Intelligence</a:t>
                      </a:r>
                    </a:p>
                  </a:txBody>
                  <a:tcPr marL="83569" marR="83569" marT="41785" marB="41785" anchor="ctr"/>
                </a:tc>
                <a:extLst>
                  <a:ext uri="{0D108BD9-81ED-4DB2-BD59-A6C34878D82A}">
                    <a16:rowId xmlns:a16="http://schemas.microsoft.com/office/drawing/2014/main" val="1626223119"/>
                  </a:ext>
                </a:extLst>
              </a:tr>
              <a:tr h="367706">
                <a:tc>
                  <a:txBody>
                    <a:bodyPr/>
                    <a:lstStyle/>
                    <a:p>
                      <a:pPr>
                        <a:buNone/>
                      </a:pPr>
                      <a:r>
                        <a:rPr lang="en-IN" sz="1600"/>
                        <a:t>Repository</a:t>
                      </a:r>
                    </a:p>
                  </a:txBody>
                  <a:tcPr marL="83569" marR="83569" marT="41785" marB="41785" anchor="ctr"/>
                </a:tc>
                <a:tc>
                  <a:txBody>
                    <a:bodyPr/>
                    <a:lstStyle/>
                    <a:p>
                      <a:pPr>
                        <a:buNone/>
                      </a:pPr>
                      <a:r>
                        <a:rPr lang="en-IN" sz="1600"/>
                        <a:t>Centralized storage system</a:t>
                      </a:r>
                    </a:p>
                  </a:txBody>
                  <a:tcPr marL="83569" marR="83569" marT="41785" marB="41785" anchor="ctr"/>
                </a:tc>
                <a:extLst>
                  <a:ext uri="{0D108BD9-81ED-4DB2-BD59-A6C34878D82A}">
                    <a16:rowId xmlns:a16="http://schemas.microsoft.com/office/drawing/2014/main" val="2770497909"/>
                  </a:ext>
                </a:extLst>
              </a:tr>
              <a:tr h="618414">
                <a:tc>
                  <a:txBody>
                    <a:bodyPr/>
                    <a:lstStyle/>
                    <a:p>
                      <a:pPr>
                        <a:buNone/>
                      </a:pPr>
                      <a:r>
                        <a:rPr lang="en-IN" sz="1600"/>
                        <a:t>Neural Analysis</a:t>
                      </a:r>
                    </a:p>
                  </a:txBody>
                  <a:tcPr marL="83569" marR="83569" marT="41785" marB="41785" anchor="ctr"/>
                </a:tc>
                <a:tc>
                  <a:txBody>
                    <a:bodyPr/>
                    <a:lstStyle/>
                    <a:p>
                      <a:pPr>
                        <a:buNone/>
                      </a:pPr>
                      <a:r>
                        <a:rPr lang="en-IN" sz="1600"/>
                        <a:t>AI-driven pattern recognition process</a:t>
                      </a:r>
                    </a:p>
                  </a:txBody>
                  <a:tcPr marL="83569" marR="83569" marT="41785" marB="41785" anchor="ctr"/>
                </a:tc>
                <a:extLst>
                  <a:ext uri="{0D108BD9-81ED-4DB2-BD59-A6C34878D82A}">
                    <a16:rowId xmlns:a16="http://schemas.microsoft.com/office/drawing/2014/main" val="3777294554"/>
                  </a:ext>
                </a:extLst>
              </a:tr>
              <a:tr h="618414">
                <a:tc>
                  <a:txBody>
                    <a:bodyPr/>
                    <a:lstStyle/>
                    <a:p>
                      <a:pPr>
                        <a:buNone/>
                      </a:pPr>
                      <a:r>
                        <a:rPr lang="en-IN" sz="1600"/>
                        <a:t>Dashboard</a:t>
                      </a:r>
                    </a:p>
                  </a:txBody>
                  <a:tcPr marL="83569" marR="83569" marT="41785" marB="41785" anchor="ctr"/>
                </a:tc>
                <a:tc>
                  <a:txBody>
                    <a:bodyPr/>
                    <a:lstStyle/>
                    <a:p>
                      <a:pPr>
                        <a:buNone/>
                      </a:pPr>
                      <a:r>
                        <a:rPr lang="en-IN" sz="1600"/>
                        <a:t>User control and monitoring interface</a:t>
                      </a:r>
                    </a:p>
                  </a:txBody>
                  <a:tcPr marL="83569" marR="83569" marT="41785" marB="41785" anchor="ctr"/>
                </a:tc>
                <a:extLst>
                  <a:ext uri="{0D108BD9-81ED-4DB2-BD59-A6C34878D82A}">
                    <a16:rowId xmlns:a16="http://schemas.microsoft.com/office/drawing/2014/main" val="3729078176"/>
                  </a:ext>
                </a:extLst>
              </a:tr>
              <a:tr h="618414">
                <a:tc>
                  <a:txBody>
                    <a:bodyPr/>
                    <a:lstStyle/>
                    <a:p>
                      <a:pPr>
                        <a:buNone/>
                      </a:pPr>
                      <a:r>
                        <a:rPr lang="en-IN" sz="1600"/>
                        <a:t>Risk Mitigation</a:t>
                      </a:r>
                    </a:p>
                  </a:txBody>
                  <a:tcPr marL="83569" marR="83569" marT="41785" marB="41785" anchor="ctr"/>
                </a:tc>
                <a:tc>
                  <a:txBody>
                    <a:bodyPr/>
                    <a:lstStyle/>
                    <a:p>
                      <a:pPr>
                        <a:buNone/>
                      </a:pPr>
                      <a:r>
                        <a:rPr lang="en-IN" sz="1600"/>
                        <a:t>Actions taken to minimize potential failures</a:t>
                      </a:r>
                    </a:p>
                  </a:txBody>
                  <a:tcPr marL="83569" marR="83569" marT="41785" marB="41785" anchor="ctr"/>
                </a:tc>
                <a:extLst>
                  <a:ext uri="{0D108BD9-81ED-4DB2-BD59-A6C34878D82A}">
                    <a16:rowId xmlns:a16="http://schemas.microsoft.com/office/drawing/2014/main" val="221198467"/>
                  </a:ext>
                </a:extLst>
              </a:tr>
              <a:tr h="618414">
                <a:tc>
                  <a:txBody>
                    <a:bodyPr/>
                    <a:lstStyle/>
                    <a:p>
                      <a:pPr>
                        <a:buNone/>
                      </a:pPr>
                      <a:r>
                        <a:rPr lang="en-IN" sz="1600"/>
                        <a:t>Strategic Resilience</a:t>
                      </a:r>
                    </a:p>
                  </a:txBody>
                  <a:tcPr marL="83569" marR="83569" marT="41785" marB="41785" anchor="ctr"/>
                </a:tc>
                <a:tc>
                  <a:txBody>
                    <a:bodyPr/>
                    <a:lstStyle/>
                    <a:p>
                      <a:pPr>
                        <a:buNone/>
                      </a:pPr>
                      <a:r>
                        <a:rPr lang="en-IN" sz="1600"/>
                        <a:t>Ability to adapt and recover from setbacks</a:t>
                      </a:r>
                    </a:p>
                  </a:txBody>
                  <a:tcPr marL="83569" marR="83569" marT="41785" marB="41785" anchor="ctr"/>
                </a:tc>
                <a:extLst>
                  <a:ext uri="{0D108BD9-81ED-4DB2-BD59-A6C34878D82A}">
                    <a16:rowId xmlns:a16="http://schemas.microsoft.com/office/drawing/2014/main" val="967961397"/>
                  </a:ext>
                </a:extLst>
              </a:tr>
              <a:tr h="367706">
                <a:tc>
                  <a:txBody>
                    <a:bodyPr/>
                    <a:lstStyle/>
                    <a:p>
                      <a:pPr>
                        <a:buNone/>
                      </a:pPr>
                      <a:r>
                        <a:rPr lang="en-IN" sz="1600"/>
                        <a:t>NLP</a:t>
                      </a:r>
                    </a:p>
                  </a:txBody>
                  <a:tcPr marL="83569" marR="83569" marT="41785" marB="41785" anchor="ctr"/>
                </a:tc>
                <a:tc>
                  <a:txBody>
                    <a:bodyPr/>
                    <a:lstStyle/>
                    <a:p>
                      <a:pPr>
                        <a:buNone/>
                      </a:pPr>
                      <a:r>
                        <a:rPr lang="en-IN" sz="1600"/>
                        <a:t>Natural Language Processing</a:t>
                      </a:r>
                    </a:p>
                  </a:txBody>
                  <a:tcPr marL="83569" marR="83569" marT="41785" marB="41785" anchor="ctr"/>
                </a:tc>
                <a:extLst>
                  <a:ext uri="{0D108BD9-81ED-4DB2-BD59-A6C34878D82A}">
                    <a16:rowId xmlns:a16="http://schemas.microsoft.com/office/drawing/2014/main" val="2424610065"/>
                  </a:ext>
                </a:extLst>
              </a:tr>
              <a:tr h="618414">
                <a:tc>
                  <a:txBody>
                    <a:bodyPr/>
                    <a:lstStyle/>
                    <a:p>
                      <a:pPr>
                        <a:buNone/>
                      </a:pPr>
                      <a:r>
                        <a:rPr lang="en-IN" sz="1600"/>
                        <a:t>API</a:t>
                      </a:r>
                    </a:p>
                  </a:txBody>
                  <a:tcPr marL="83569" marR="83569" marT="41785" marB="41785" anchor="ctr"/>
                </a:tc>
                <a:tc>
                  <a:txBody>
                    <a:bodyPr/>
                    <a:lstStyle/>
                    <a:p>
                      <a:pPr>
                        <a:buNone/>
                      </a:pPr>
                      <a:r>
                        <a:rPr lang="en-IN" sz="1600"/>
                        <a:t>Application Programming Interface</a:t>
                      </a:r>
                    </a:p>
                  </a:txBody>
                  <a:tcPr marL="83569" marR="83569" marT="41785" marB="41785" anchor="ctr"/>
                </a:tc>
                <a:extLst>
                  <a:ext uri="{0D108BD9-81ED-4DB2-BD59-A6C34878D82A}">
                    <a16:rowId xmlns:a16="http://schemas.microsoft.com/office/drawing/2014/main" val="1587645836"/>
                  </a:ext>
                </a:extLst>
              </a:tr>
            </a:tbl>
          </a:graphicData>
        </a:graphic>
      </p:graphicFrame>
    </p:spTree>
    <p:extLst>
      <p:ext uri="{BB962C8B-B14F-4D97-AF65-F5344CB8AC3E}">
        <p14:creationId xmlns:p14="http://schemas.microsoft.com/office/powerpoint/2010/main" val="3113985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1192</Words>
  <Application>Microsoft Office PowerPoint</Application>
  <PresentationFormat>Widescreen</PresentationFormat>
  <Paragraphs>176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 FAILURE ARCHIVE – AI POWERED STRATEGIC RESILIENCE PLATFORM</vt:lpstr>
      <vt:lpstr>1.2 OBJECTIVES OF THE PROJECT</vt:lpstr>
      <vt:lpstr>1.3 PROBLEM STATEMENT</vt:lpstr>
      <vt:lpstr>1.5 METHODOLOGY ADOPTED</vt:lpstr>
      <vt:lpstr>1.6 TECHNOLOGY STACK USED</vt:lpstr>
      <vt:lpstr>1.7 SYSTEM FEATURES</vt:lpstr>
      <vt:lpstr>1.8 and 1.9</vt:lpstr>
      <vt:lpstr>conclusion</vt:lpstr>
      <vt:lpstr>glossary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nagarari harshini</dc:creator>
  <cp:lastModifiedBy>nagarari harshini</cp:lastModifiedBy>
  <cp:revision>1</cp:revision>
  <dcterms:created xsi:type="dcterms:W3CDTF">2026-06-10T11:27:39Z</dcterms:created>
  <dcterms:modified xsi:type="dcterms:W3CDTF">2026-06-10T11:31:18Z</dcterms:modified>
</cp:coreProperties>
</file>